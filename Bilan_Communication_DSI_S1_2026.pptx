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1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  <p:sldMasterId id="2147483701" r:id="rId5"/>
    <p:sldMasterId id="2147483712" r:id="rId6"/>
    <p:sldMasterId id="2147483723" r:id="rId7"/>
  </p:sldMasterIdLst>
  <p:notesMasterIdLst>
    <p:notesMasterId r:id="rId16"/>
  </p:notesMasterIdLst>
  <p:sldIdLst>
    <p:sldId id="280" r:id="rId8"/>
    <p:sldId id="882" r:id="rId23"/>
    <p:sldId id="883" r:id="rId24"/>
    <p:sldId id="884" r:id="rId25"/>
    <p:sldId id="885" r:id="rId26"/>
    <p:sldId id="886" r:id="rId27"/>
    <p:sldId id="887" r:id="rId28"/>
    <p:sldId id="888" r:id="rId29"/>
    <p:sldId id="88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668"/>
    <a:srgbClr val="B7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9A06-299E-18B6-6C83-9DD3BD14082F}" v="134" dt="2025-07-15T13:48:23.909"/>
    <p1510:client id="{2147BB2C-F39D-D912-E7EE-3BB9DACC1046}" v="67" dt="2025-07-15T15:29:42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RIAULT Clemence (SAFRAN AIRCRAFT ENGINES)" userId="S::clemence.jarriault@safrangroup.com::c403cfa4-5fca-4197-94aa-ffdac95c38fe" providerId="AD" clId="Web-{2147BB2C-F39D-D912-E7EE-3BB9DACC1046}"/>
    <pc:docChg chg="modSld">
      <pc:chgData name="JARRIAULT Clemence (SAFRAN AIRCRAFT ENGINES)" userId="S::clemence.jarriault@safrangroup.com::c403cfa4-5fca-4197-94aa-ffdac95c38fe" providerId="AD" clId="Web-{2147BB2C-F39D-D912-E7EE-3BB9DACC1046}" dt="2025-07-15T15:29:42.643" v="68" actId="1076"/>
      <pc:docMkLst>
        <pc:docMk/>
      </pc:docMkLst>
      <pc:sldChg chg="modSp">
        <pc:chgData name="JARRIAULT Clemence (SAFRAN AIRCRAFT ENGINES)" userId="S::clemence.jarriault@safrangroup.com::c403cfa4-5fca-4197-94aa-ffdac95c38fe" providerId="AD" clId="Web-{2147BB2C-F39D-D912-E7EE-3BB9DACC1046}" dt="2025-07-15T15:29:42.643" v="68" actId="1076"/>
        <pc:sldMkLst>
          <pc:docMk/>
          <pc:sldMk cId="3291644073" sldId="881"/>
        </pc:sldMkLst>
        <pc:spChg chg="mod">
          <ac:chgData name="JARRIAULT Clemence (SAFRAN AIRCRAFT ENGINES)" userId="S::clemence.jarriault@safrangroup.com::c403cfa4-5fca-4197-94aa-ffdac95c38fe" providerId="AD" clId="Web-{2147BB2C-F39D-D912-E7EE-3BB9DACC1046}" dt="2025-07-15T15:28:57.827" v="32" actId="20577"/>
          <ac:spMkLst>
            <pc:docMk/>
            <pc:sldMk cId="3291644073" sldId="881"/>
            <ac:spMk id="2" creationId="{45BE3A5E-7FB6-5878-CCA6-CE8966B47709}"/>
          </ac:spMkLst>
        </pc:spChg>
        <pc:spChg chg="mod">
          <ac:chgData name="JARRIAULT Clemence (SAFRAN AIRCRAFT ENGINES)" userId="S::clemence.jarriault@safrangroup.com::c403cfa4-5fca-4197-94aa-ffdac95c38fe" providerId="AD" clId="Web-{2147BB2C-F39D-D912-E7EE-3BB9DACC1046}" dt="2025-07-15T15:29:42.643" v="68" actId="1076"/>
          <ac:spMkLst>
            <pc:docMk/>
            <pc:sldMk cId="3291644073" sldId="881"/>
            <ac:spMk id="5" creationId="{6B392FBE-49A1-781C-09DD-74C66A4F043C}"/>
          </ac:spMkLst>
        </pc:spChg>
        <pc:spChg chg="mod">
          <ac:chgData name="JARRIAULT Clemence (SAFRAN AIRCRAFT ENGINES)" userId="S::clemence.jarriault@safrangroup.com::c403cfa4-5fca-4197-94aa-ffdac95c38fe" providerId="AD" clId="Web-{2147BB2C-F39D-D912-E7EE-3BB9DACC1046}" dt="2025-07-15T15:29:37.877" v="67" actId="1076"/>
          <ac:spMkLst>
            <pc:docMk/>
            <pc:sldMk cId="3291644073" sldId="881"/>
            <ac:spMk id="6" creationId="{A56E7070-7023-B925-7459-1325B069803E}"/>
          </ac:spMkLst>
        </pc:spChg>
      </pc:sldChg>
    </pc:docChg>
  </pc:docChgLst>
  <pc:docChgLst>
    <pc:chgData name="BOSSUAT Chleo (SAFRAN AIRCRAFT ENGINES)" userId="S::chleo.bossuat@safrangroup.com::89c85a69-7e20-49bb-87ad-8298f825a356" providerId="AD" clId="Web-{03AF9A06-299E-18B6-6C83-9DD3BD14082F}"/>
    <pc:docChg chg="addSld delSld modSld">
      <pc:chgData name="BOSSUAT Chleo (SAFRAN AIRCRAFT ENGINES)" userId="S::chleo.bossuat@safrangroup.com::89c85a69-7e20-49bb-87ad-8298f825a356" providerId="AD" clId="Web-{03AF9A06-299E-18B6-6C83-9DD3BD14082F}" dt="2025-07-15T13:48:23.909" v="109" actId="1076"/>
      <pc:docMkLst>
        <pc:docMk/>
      </pc:docMkLst>
      <pc:sldChg chg="del">
        <pc:chgData name="BOSSUAT Chleo (SAFRAN AIRCRAFT ENGINES)" userId="S::chleo.bossuat@safrangroup.com::89c85a69-7e20-49bb-87ad-8298f825a356" providerId="AD" clId="Web-{03AF9A06-299E-18B6-6C83-9DD3BD14082F}" dt="2025-07-15T12:08:40.047" v="0"/>
        <pc:sldMkLst>
          <pc:docMk/>
          <pc:sldMk cId="3944491650" sldId="281"/>
        </pc:sldMkLst>
      </pc:sldChg>
      <pc:sldChg chg="del">
        <pc:chgData name="BOSSUAT Chleo (SAFRAN AIRCRAFT ENGINES)" userId="S::chleo.bossuat@safrangroup.com::89c85a69-7e20-49bb-87ad-8298f825a356" providerId="AD" clId="Web-{03AF9A06-299E-18B6-6C83-9DD3BD14082F}" dt="2025-07-15T12:08:53.844" v="5"/>
        <pc:sldMkLst>
          <pc:docMk/>
          <pc:sldMk cId="1602895889" sldId="799"/>
        </pc:sldMkLst>
      </pc:sldChg>
      <pc:sldChg chg="del">
        <pc:chgData name="BOSSUAT Chleo (SAFRAN AIRCRAFT ENGINES)" userId="S::chleo.bossuat@safrangroup.com::89c85a69-7e20-49bb-87ad-8298f825a356" providerId="AD" clId="Web-{03AF9A06-299E-18B6-6C83-9DD3BD14082F}" dt="2025-07-15T12:08:48.391" v="2"/>
        <pc:sldMkLst>
          <pc:docMk/>
          <pc:sldMk cId="621687766" sldId="813"/>
        </pc:sldMkLst>
      </pc:sldChg>
      <pc:sldChg chg="addSp delSp modSp">
        <pc:chgData name="BOSSUAT Chleo (SAFRAN AIRCRAFT ENGINES)" userId="S::chleo.bossuat@safrangroup.com::89c85a69-7e20-49bb-87ad-8298f825a356" providerId="AD" clId="Web-{03AF9A06-299E-18B6-6C83-9DD3BD14082F}" dt="2025-07-15T12:37:08.364" v="47"/>
        <pc:sldMkLst>
          <pc:docMk/>
          <pc:sldMk cId="2148215751" sldId="817"/>
        </pc:sldMkLst>
        <pc:spChg chg="mod">
          <ac:chgData name="BOSSUAT Chleo (SAFRAN AIRCRAFT ENGINES)" userId="S::chleo.bossuat@safrangroup.com::89c85a69-7e20-49bb-87ad-8298f825a356" providerId="AD" clId="Web-{03AF9A06-299E-18B6-6C83-9DD3BD14082F}" dt="2025-07-15T12:23:09.690" v="45" actId="20577"/>
          <ac:spMkLst>
            <pc:docMk/>
            <pc:sldMk cId="2148215751" sldId="817"/>
            <ac:spMk id="2" creationId="{1A8454FB-86CE-4A9A-837E-B1F1E0BE8523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7:08.364" v="47"/>
          <ac:spMkLst>
            <pc:docMk/>
            <pc:sldMk cId="2148215751" sldId="817"/>
            <ac:spMk id="4" creationId="{99ED5833-B85B-4103-8A3B-CAB0308E6C15}"/>
          </ac:spMkLst>
        </pc:spChg>
        <pc:graphicFrameChg chg="del">
          <ac:chgData name="BOSSUAT Chleo (SAFRAN AIRCRAFT ENGINES)" userId="S::chleo.bossuat@safrangroup.com::89c85a69-7e20-49bb-87ad-8298f825a356" providerId="AD" clId="Web-{03AF9A06-299E-18B6-6C83-9DD3BD14082F}" dt="2025-07-15T12:37:05.551" v="46"/>
          <ac:graphicFrameMkLst>
            <pc:docMk/>
            <pc:sldMk cId="2148215751" sldId="817"/>
            <ac:graphicFrameMk id="15" creationId="{47A511E1-90D6-4114-9B8A-1AB9C0A3472B}"/>
          </ac:graphicFrameMkLst>
        </pc:graphicFrameChg>
        <pc:picChg chg="add">
          <ac:chgData name="BOSSUAT Chleo (SAFRAN AIRCRAFT ENGINES)" userId="S::chleo.bossuat@safrangroup.com::89c85a69-7e20-49bb-87ad-8298f825a356" providerId="AD" clId="Web-{03AF9A06-299E-18B6-6C83-9DD3BD14082F}" dt="2025-07-15T12:37:08.364" v="47"/>
          <ac:picMkLst>
            <pc:docMk/>
            <pc:sldMk cId="2148215751" sldId="817"/>
            <ac:picMk id="5" creationId="{B1F82D38-41AD-F0D0-C99E-E91D3FA93392}"/>
          </ac:picMkLst>
        </pc:picChg>
        <pc:picChg chg="add">
          <ac:chgData name="BOSSUAT Chleo (SAFRAN AIRCRAFT ENGINES)" userId="S::chleo.bossuat@safrangroup.com::89c85a69-7e20-49bb-87ad-8298f825a356" providerId="AD" clId="Web-{03AF9A06-299E-18B6-6C83-9DD3BD14082F}" dt="2025-07-15T12:37:08.364" v="47"/>
          <ac:picMkLst>
            <pc:docMk/>
            <pc:sldMk cId="2148215751" sldId="817"/>
            <ac:picMk id="6" creationId="{1420EA57-7D71-95D7-D803-8E38F4FF4142}"/>
          </ac:picMkLst>
        </pc:picChg>
      </pc:sldChg>
      <pc:sldChg chg="addSp delSp modSp">
        <pc:chgData name="BOSSUAT Chleo (SAFRAN AIRCRAFT ENGINES)" userId="S::chleo.bossuat@safrangroup.com::89c85a69-7e20-49bb-87ad-8298f825a356" providerId="AD" clId="Web-{03AF9A06-299E-18B6-6C83-9DD3BD14082F}" dt="2025-07-15T12:38:02.960" v="60"/>
        <pc:sldMkLst>
          <pc:docMk/>
          <pc:sldMk cId="734789336" sldId="824"/>
        </pc:sldMkLst>
        <pc:spChg chg="del">
          <ac:chgData name="BOSSUAT Chleo (SAFRAN AIRCRAFT ENGINES)" userId="S::chleo.bossuat@safrangroup.com::89c85a69-7e20-49bb-87ad-8298f825a356" providerId="AD" clId="Web-{03AF9A06-299E-18B6-6C83-9DD3BD14082F}" dt="2025-07-15T12:37:36.396" v="54"/>
          <ac:spMkLst>
            <pc:docMk/>
            <pc:sldMk cId="734789336" sldId="824"/>
            <ac:spMk id="2" creationId="{F221FEBB-E9E5-4A7B-89A4-5CFFBFA25302}"/>
          </ac:spMkLst>
        </pc:spChg>
        <pc:spChg chg="mod">
          <ac:chgData name="BOSSUAT Chleo (SAFRAN AIRCRAFT ENGINES)" userId="S::chleo.bossuat@safrangroup.com::89c85a69-7e20-49bb-87ad-8298f825a356" providerId="AD" clId="Web-{03AF9A06-299E-18B6-6C83-9DD3BD14082F}" dt="2025-07-15T12:37:29.271" v="51" actId="20577"/>
          <ac:spMkLst>
            <pc:docMk/>
            <pc:sldMk cId="734789336" sldId="824"/>
            <ac:spMk id="4" creationId="{C9A328DD-9046-495F-88F1-73847CD62CC6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37:36.474" v="55"/>
          <ac:spMkLst>
            <pc:docMk/>
            <pc:sldMk cId="734789336" sldId="824"/>
            <ac:spMk id="5" creationId="{626EDE6B-C18B-4C6F-860E-719D594F09BF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38:02.163" v="59"/>
          <ac:spMkLst>
            <pc:docMk/>
            <pc:sldMk cId="734789336" sldId="824"/>
            <ac:spMk id="7" creationId="{1E95831F-5872-0A7F-CEAE-9CEE35E95308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37:36.271" v="53"/>
          <ac:spMkLst>
            <pc:docMk/>
            <pc:sldMk cId="734789336" sldId="824"/>
            <ac:spMk id="8" creationId="{7F62A1D9-538C-49AC-ABF8-26CAF099AC19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37:36.271" v="52"/>
          <ac:spMkLst>
            <pc:docMk/>
            <pc:sldMk cId="734789336" sldId="824"/>
            <ac:spMk id="9" creationId="{2A5AAB57-9DE5-4CD6-AF11-693FDDF45F2E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37:54.631" v="57"/>
          <ac:spMkLst>
            <pc:docMk/>
            <pc:sldMk cId="734789336" sldId="824"/>
            <ac:spMk id="11" creationId="{1007C0F9-9D8E-66D7-1F8C-1EC4647A28E5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12" creationId="{551C82C1-FDA9-321A-C3C7-760AA1C6FF5A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21" creationId="{21F7BAD1-2AA4-F339-1F65-CEB7A85ABA0A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23" creationId="{927D00D5-6F63-DB5C-F3E4-129DFD8EE684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26" creationId="{33BC6E21-D10F-E220-FE84-210DE45CBDC3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27" creationId="{BE55FECF-0907-6CBE-81D0-F23601A24FD7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29" creationId="{787D23F1-5D08-2FFD-FFAD-945CD57443F8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30" creationId="{1EEB420B-00E4-2828-B54E-17E4713A793A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32" creationId="{BBE5AE53-3EE2-23DE-2707-7D9CC8AD2FDB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35" creationId="{47269E81-9086-2414-DB84-4996AACC7812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8:02.960" v="60"/>
          <ac:spMkLst>
            <pc:docMk/>
            <pc:sldMk cId="734789336" sldId="824"/>
            <ac:spMk id="36" creationId="{FB914976-18D3-16DD-2210-445928216361}"/>
          </ac:spMkLst>
        </pc:spChg>
      </pc:sldChg>
      <pc:sldChg chg="addSp delSp modSp">
        <pc:chgData name="BOSSUAT Chleo (SAFRAN AIRCRAFT ENGINES)" userId="S::chleo.bossuat@safrangroup.com::89c85a69-7e20-49bb-87ad-8298f825a356" providerId="AD" clId="Web-{03AF9A06-299E-18B6-6C83-9DD3BD14082F}" dt="2025-07-15T12:52:33.494" v="83" actId="1076"/>
        <pc:sldMkLst>
          <pc:docMk/>
          <pc:sldMk cId="3080663595" sldId="825"/>
        </pc:sldMkLst>
        <pc:spChg chg="mod">
          <ac:chgData name="BOSSUAT Chleo (SAFRAN AIRCRAFT ENGINES)" userId="S::chleo.bossuat@safrangroup.com::89c85a69-7e20-49bb-87ad-8298f825a356" providerId="AD" clId="Web-{03AF9A06-299E-18B6-6C83-9DD3BD14082F}" dt="2025-07-15T12:38:25.148" v="64" actId="20577"/>
          <ac:spMkLst>
            <pc:docMk/>
            <pc:sldMk cId="3080663595" sldId="825"/>
            <ac:spMk id="4" creationId="{C9A328DD-9046-495F-88F1-73847CD62CC6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38:27.195" v="66"/>
          <ac:spMkLst>
            <pc:docMk/>
            <pc:sldMk cId="3080663595" sldId="825"/>
            <ac:spMk id="5" creationId="{626EDE6B-C18B-4C6F-860E-719D594F09BF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38:27.023" v="65"/>
          <ac:spMkLst>
            <pc:docMk/>
            <pc:sldMk cId="3080663595" sldId="825"/>
            <ac:spMk id="6" creationId="{0DC88A59-CDA1-4F92-8C81-705A26FFF379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39:18.900" v="69"/>
          <ac:spMkLst>
            <pc:docMk/>
            <pc:sldMk cId="3080663595" sldId="825"/>
            <ac:spMk id="7" creationId="{6EBED560-C3A7-E8B1-EAC0-233A08A00D30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39:18.853" v="68"/>
          <ac:spMkLst>
            <pc:docMk/>
            <pc:sldMk cId="3080663595" sldId="825"/>
            <ac:spMk id="9" creationId="{77D0A5B3-E031-5AC2-D831-27B4A1EAFB52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39:21.838" v="72"/>
          <ac:spMkLst>
            <pc:docMk/>
            <pc:sldMk cId="3080663595" sldId="825"/>
            <ac:spMk id="12" creationId="{D8ECC26D-1795-E2DA-CE04-BB229AE68E2A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spMkLst>
            <pc:docMk/>
            <pc:sldMk cId="3080663595" sldId="825"/>
            <ac:spMk id="13" creationId="{A0EA1E22-82E7-0687-8F2A-6C85699D14AA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spMkLst>
            <pc:docMk/>
            <pc:sldMk cId="3080663595" sldId="825"/>
            <ac:spMk id="17" creationId="{A9CA0CB8-D458-979A-D363-3B89CCB51277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spMkLst>
            <pc:docMk/>
            <pc:sldMk cId="3080663595" sldId="825"/>
            <ac:spMk id="19" creationId="{E200B3D8-E596-D5AD-D5F7-A878421DEA3C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spMkLst>
            <pc:docMk/>
            <pc:sldMk cId="3080663595" sldId="825"/>
            <ac:spMk id="20" creationId="{41BBED3C-E25D-F7D3-8BB4-01E7B498E6FC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spMkLst>
            <pc:docMk/>
            <pc:sldMk cId="3080663595" sldId="825"/>
            <ac:spMk id="22" creationId="{46F41D77-EC07-9EFE-069F-7F0288FAEA36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spMkLst>
            <pc:docMk/>
            <pc:sldMk cId="3080663595" sldId="825"/>
            <ac:spMk id="23" creationId="{462C1290-E0A4-EBB6-4F5F-ACE3FC9C404F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spMkLst>
            <pc:docMk/>
            <pc:sldMk cId="3080663595" sldId="825"/>
            <ac:spMk id="27" creationId="{B7214BD7-6668-F477-2666-CAA3EF340B09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spMkLst>
            <pc:docMk/>
            <pc:sldMk cId="3080663595" sldId="825"/>
            <ac:spMk id="29" creationId="{A20C3CC7-622A-5BA1-B39A-689EB1460D7F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spMkLst>
            <pc:docMk/>
            <pc:sldMk cId="3080663595" sldId="825"/>
            <ac:spMk id="30" creationId="{D6AAF04C-7D4F-9A53-62B5-E62B0197C9BF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spMkLst>
            <pc:docMk/>
            <pc:sldMk cId="3080663595" sldId="825"/>
            <ac:spMk id="32" creationId="{FB1035A1-73B5-FE8D-3615-33C6A2915BAE}"/>
          </ac:spMkLst>
        </pc:spChg>
        <pc:gr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grpSpMkLst>
            <pc:docMk/>
            <pc:sldMk cId="3080663595" sldId="825"/>
            <ac:grpSpMk id="15" creationId="{09C5A73A-5694-104A-E0F0-3E89E45EF4DD}"/>
          </ac:grpSpMkLst>
        </pc:grpChg>
        <pc:grp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grpSpMkLst>
            <pc:docMk/>
            <pc:sldMk cId="3080663595" sldId="825"/>
            <ac:grpSpMk id="16" creationId="{D23D9D9D-22D1-5CC4-127E-EE02655FADC9}"/>
          </ac:grpSpMkLst>
        </pc:grpChg>
        <pc:gr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grpSpMkLst>
            <pc:docMk/>
            <pc:sldMk cId="3080663595" sldId="825"/>
            <ac:grpSpMk id="25" creationId="{DCC1F281-10CE-9ABC-55AE-E9E262F7643A}"/>
          </ac:grpSpMkLst>
        </pc:grpChg>
        <pc:grp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grpSpMkLst>
            <pc:docMk/>
            <pc:sldMk cId="3080663595" sldId="825"/>
            <ac:grpSpMk id="26" creationId="{BE1C9E77-B473-F3BA-01C5-9C797BFDE53D}"/>
          </ac:grpSpMkLst>
        </pc:grpChg>
        <pc:grpChg chg="add mod">
          <ac:chgData name="BOSSUAT Chleo (SAFRAN AIRCRAFT ENGINES)" userId="S::chleo.bossuat@safrangroup.com::89c85a69-7e20-49bb-87ad-8298f825a356" providerId="AD" clId="Web-{03AF9A06-299E-18B6-6C83-9DD3BD14082F}" dt="2025-07-15T12:52:33.494" v="83" actId="1076"/>
          <ac:grpSpMkLst>
            <pc:docMk/>
            <pc:sldMk cId="3080663595" sldId="825"/>
            <ac:grpSpMk id="33" creationId="{1740FCF6-E425-7F58-9707-6BD7BA167222}"/>
          </ac:grpSpMkLst>
        </pc:grpChg>
        <pc:picChg chg="del">
          <ac:chgData name="BOSSUAT Chleo (SAFRAN AIRCRAFT ENGINES)" userId="S::chleo.bossuat@safrangroup.com::89c85a69-7e20-49bb-87ad-8298f825a356" providerId="AD" clId="Web-{03AF9A06-299E-18B6-6C83-9DD3BD14082F}" dt="2025-07-15T12:38:27.257" v="67"/>
          <ac:picMkLst>
            <pc:docMk/>
            <pc:sldMk cId="3080663595" sldId="825"/>
            <ac:picMk id="11" creationId="{C0E91571-9933-751F-99A4-8357FCB79D61}"/>
          </ac:picMkLst>
        </pc:picChg>
        <pc:pic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picMkLst>
            <pc:docMk/>
            <pc:sldMk cId="3080663595" sldId="825"/>
            <ac:picMk id="14" creationId="{A5A99302-6652-6070-C6C8-2070EE02DEE4}"/>
          </ac:picMkLst>
        </pc:picChg>
        <pc:picChg chg="add del mod">
          <ac:chgData name="BOSSUAT Chleo (SAFRAN AIRCRAFT ENGINES)" userId="S::chleo.bossuat@safrangroup.com::89c85a69-7e20-49bb-87ad-8298f825a356" providerId="AD" clId="Web-{03AF9A06-299E-18B6-6C83-9DD3BD14082F}" dt="2025-07-15T12:52:27.259" v="82"/>
          <ac:picMkLst>
            <pc:docMk/>
            <pc:sldMk cId="3080663595" sldId="825"/>
            <ac:picMk id="24" creationId="{1DE78DA3-DAE8-0091-ACB3-376B4E8E92AC}"/>
          </ac:picMkLst>
        </pc:picChg>
        <pc:cxn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cxnSpMkLst>
            <pc:docMk/>
            <pc:sldMk cId="3080663595" sldId="825"/>
            <ac:cxnSpMk id="18" creationId="{24BED8A7-2C00-F322-12AD-A035C0FC5D4A}"/>
          </ac:cxnSpMkLst>
        </pc:cxnChg>
        <pc:cxnChg chg="add">
          <ac:chgData name="BOSSUAT Chleo (SAFRAN AIRCRAFT ENGINES)" userId="S::chleo.bossuat@safrangroup.com::89c85a69-7e20-49bb-87ad-8298f825a356" providerId="AD" clId="Web-{03AF9A06-299E-18B6-6C83-9DD3BD14082F}" dt="2025-07-15T12:39:35.010" v="73"/>
          <ac:cxnSpMkLst>
            <pc:docMk/>
            <pc:sldMk cId="3080663595" sldId="825"/>
            <ac:cxnSpMk id="21" creationId="{64C03FF9-C75D-4421-023F-05D2945985DC}"/>
          </ac:cxnSpMkLst>
        </pc:cxnChg>
        <pc:cxn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cxnSpMkLst>
            <pc:docMk/>
            <pc:sldMk cId="3080663595" sldId="825"/>
            <ac:cxnSpMk id="28" creationId="{62E6DC89-BD2F-9848-FE4A-9646E531E76D}"/>
          </ac:cxnSpMkLst>
        </pc:cxnChg>
        <pc:cxnChg chg="add">
          <ac:chgData name="BOSSUAT Chleo (SAFRAN AIRCRAFT ENGINES)" userId="S::chleo.bossuat@safrangroup.com::89c85a69-7e20-49bb-87ad-8298f825a356" providerId="AD" clId="Web-{03AF9A06-299E-18B6-6C83-9DD3BD14082F}" dt="2025-07-15T12:39:36.057" v="74"/>
          <ac:cxnSpMkLst>
            <pc:docMk/>
            <pc:sldMk cId="3080663595" sldId="825"/>
            <ac:cxnSpMk id="31" creationId="{1D84FE63-842E-5ECE-273D-8AE027AE1999}"/>
          </ac:cxnSpMkLst>
        </pc:cxnChg>
      </pc:sldChg>
      <pc:sldChg chg="addSp delSp modSp">
        <pc:chgData name="BOSSUAT Chleo (SAFRAN AIRCRAFT ENGINES)" userId="S::chleo.bossuat@safrangroup.com::89c85a69-7e20-49bb-87ad-8298f825a356" providerId="AD" clId="Web-{03AF9A06-299E-18B6-6C83-9DD3BD14082F}" dt="2025-07-15T12:56:47.660" v="97"/>
        <pc:sldMkLst>
          <pc:docMk/>
          <pc:sldMk cId="394567003" sldId="833"/>
        </pc:sldMkLst>
        <pc:spChg chg="mod">
          <ac:chgData name="BOSSUAT Chleo (SAFRAN AIRCRAFT ENGINES)" userId="S::chleo.bossuat@safrangroup.com::89c85a69-7e20-49bb-87ad-8298f825a356" providerId="AD" clId="Web-{03AF9A06-299E-18B6-6C83-9DD3BD14082F}" dt="2025-07-15T12:56:34.441" v="91" actId="20577"/>
          <ac:spMkLst>
            <pc:docMk/>
            <pc:sldMk cId="394567003" sldId="833"/>
            <ac:spMk id="4" creationId="{C9A328DD-9046-495F-88F1-73847CD62CC6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56:37.894" v="94"/>
          <ac:spMkLst>
            <pc:docMk/>
            <pc:sldMk cId="394567003" sldId="833"/>
            <ac:spMk id="5" creationId="{626EDE6B-C18B-4C6F-860E-719D594F09BF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56:37.738" v="92"/>
          <ac:spMkLst>
            <pc:docMk/>
            <pc:sldMk cId="394567003" sldId="833"/>
            <ac:spMk id="6" creationId="{8A3EFA5E-DE9E-4F23-BFC4-5BB21CB356C3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56:46.019" v="96"/>
          <ac:spMkLst>
            <pc:docMk/>
            <pc:sldMk cId="394567003" sldId="833"/>
            <ac:spMk id="7" creationId="{0E02E47C-E055-160D-52E4-B42432B6C4FC}"/>
          </ac:spMkLst>
        </pc:spChg>
        <pc:spChg chg="add del mod">
          <ac:chgData name="BOSSUAT Chleo (SAFRAN AIRCRAFT ENGINES)" userId="S::chleo.bossuat@safrangroup.com::89c85a69-7e20-49bb-87ad-8298f825a356" providerId="AD" clId="Web-{03AF9A06-299E-18B6-6C83-9DD3BD14082F}" dt="2025-07-15T12:56:43.972" v="95"/>
          <ac:spMkLst>
            <pc:docMk/>
            <pc:sldMk cId="394567003" sldId="833"/>
            <ac:spMk id="9" creationId="{FB0A3512-1433-37E3-852F-CC57CD9DA409}"/>
          </ac:spMkLst>
        </pc:spChg>
        <pc:spChg chg="add">
          <ac:chgData name="BOSSUAT Chleo (SAFRAN AIRCRAFT ENGINES)" userId="S::chleo.bossuat@safrangroup.com::89c85a69-7e20-49bb-87ad-8298f825a356" providerId="AD" clId="Web-{03AF9A06-299E-18B6-6C83-9DD3BD14082F}" dt="2025-07-15T12:56:47.660" v="97"/>
          <ac:spMkLst>
            <pc:docMk/>
            <pc:sldMk cId="394567003" sldId="833"/>
            <ac:spMk id="10" creationId="{99ED5833-B85B-4103-8A3B-CAB0308E6C15}"/>
          </ac:spMkLst>
        </pc:spChg>
        <pc:picChg chg="del">
          <ac:chgData name="BOSSUAT Chleo (SAFRAN AIRCRAFT ENGINES)" userId="S::chleo.bossuat@safrangroup.com::89c85a69-7e20-49bb-87ad-8298f825a356" providerId="AD" clId="Web-{03AF9A06-299E-18B6-6C83-9DD3BD14082F}" dt="2025-07-15T12:56:37.816" v="93"/>
          <ac:picMkLst>
            <pc:docMk/>
            <pc:sldMk cId="394567003" sldId="833"/>
            <ac:picMk id="11" creationId="{A37DED10-6EC6-A408-F561-B61E566DD9C6}"/>
          </ac:picMkLst>
        </pc:picChg>
        <pc:picChg chg="add">
          <ac:chgData name="BOSSUAT Chleo (SAFRAN AIRCRAFT ENGINES)" userId="S::chleo.bossuat@safrangroup.com::89c85a69-7e20-49bb-87ad-8298f825a356" providerId="AD" clId="Web-{03AF9A06-299E-18B6-6C83-9DD3BD14082F}" dt="2025-07-15T12:56:47.660" v="97"/>
          <ac:picMkLst>
            <pc:docMk/>
            <pc:sldMk cId="394567003" sldId="833"/>
            <ac:picMk id="12" creationId="{827C7083-5B5B-0539-09FD-4F4841896B8E}"/>
          </ac:picMkLst>
        </pc:picChg>
        <pc:picChg chg="add">
          <ac:chgData name="BOSSUAT Chleo (SAFRAN AIRCRAFT ENGINES)" userId="S::chleo.bossuat@safrangroup.com::89c85a69-7e20-49bb-87ad-8298f825a356" providerId="AD" clId="Web-{03AF9A06-299E-18B6-6C83-9DD3BD14082F}" dt="2025-07-15T12:56:47.660" v="97"/>
          <ac:picMkLst>
            <pc:docMk/>
            <pc:sldMk cId="394567003" sldId="833"/>
            <ac:picMk id="13" creationId="{33377FAB-AF94-B25F-93BB-038755EEFEB1}"/>
          </ac:picMkLst>
        </pc:picChg>
      </pc:sldChg>
      <pc:sldChg chg="del">
        <pc:chgData name="BOSSUAT Chleo (SAFRAN AIRCRAFT ENGINES)" userId="S::chleo.bossuat@safrangroup.com::89c85a69-7e20-49bb-87ad-8298f825a356" providerId="AD" clId="Web-{03AF9A06-299E-18B6-6C83-9DD3BD14082F}" dt="2025-07-15T12:08:52" v="4"/>
        <pc:sldMkLst>
          <pc:docMk/>
          <pc:sldMk cId="3868388413" sldId="841"/>
        </pc:sldMkLst>
      </pc:sldChg>
      <pc:sldChg chg="addSp delSp modSp">
        <pc:chgData name="BOSSUAT Chleo (SAFRAN AIRCRAFT ENGINES)" userId="S::chleo.bossuat@safrangroup.com::89c85a69-7e20-49bb-87ad-8298f825a356" providerId="AD" clId="Web-{03AF9A06-299E-18B6-6C83-9DD3BD14082F}" dt="2025-07-15T12:11:48.101" v="36" actId="20577"/>
        <pc:sldMkLst>
          <pc:docMk/>
          <pc:sldMk cId="3817545768" sldId="878"/>
        </pc:sldMkLst>
        <pc:spChg chg="add mod">
          <ac:chgData name="BOSSUAT Chleo (SAFRAN AIRCRAFT ENGINES)" userId="S::chleo.bossuat@safrangroup.com::89c85a69-7e20-49bb-87ad-8298f825a356" providerId="AD" clId="Web-{03AF9A06-299E-18B6-6C83-9DD3BD14082F}" dt="2025-07-15T12:11:32.178" v="25" actId="1076"/>
          <ac:spMkLst>
            <pc:docMk/>
            <pc:sldMk cId="3817545768" sldId="878"/>
            <ac:spMk id="4" creationId="{CD57DAD0-ED64-7FD5-D327-D157426A45BD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11:13.646" v="16"/>
          <ac:spMkLst>
            <pc:docMk/>
            <pc:sldMk cId="3817545768" sldId="878"/>
            <ac:spMk id="7" creationId="{9A9B39CE-02D6-4075-947D-E42153B412C6}"/>
          </ac:spMkLst>
        </pc:spChg>
        <pc:spChg chg="mod">
          <ac:chgData name="BOSSUAT Chleo (SAFRAN AIRCRAFT ENGINES)" userId="S::chleo.bossuat@safrangroup.com::89c85a69-7e20-49bb-87ad-8298f825a356" providerId="AD" clId="Web-{03AF9A06-299E-18B6-6C83-9DD3BD14082F}" dt="2025-07-15T12:10:51.724" v="9" actId="1076"/>
          <ac:spMkLst>
            <pc:docMk/>
            <pc:sldMk cId="3817545768" sldId="878"/>
            <ac:spMk id="9" creationId="{4B545D4E-0A24-423F-9B91-80700FAD22F0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11:13.646" v="14"/>
          <ac:spMkLst>
            <pc:docMk/>
            <pc:sldMk cId="3817545768" sldId="878"/>
            <ac:spMk id="11" creationId="{02D0E0EA-8F0F-424F-8A38-996E31EF6645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2:11:48.101" v="36" actId="20577"/>
          <ac:spMkLst>
            <pc:docMk/>
            <pc:sldMk cId="3817545768" sldId="878"/>
            <ac:spMk id="12" creationId="{5B29E56E-5252-7BCF-C16B-4117FE869DD4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11:13.646" v="13"/>
          <ac:spMkLst>
            <pc:docMk/>
            <pc:sldMk cId="3817545768" sldId="878"/>
            <ac:spMk id="13" creationId="{05FCDCF9-CF36-49E8-9C1F-1E034EBEE1B5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11:13.646" v="12"/>
          <ac:spMkLst>
            <pc:docMk/>
            <pc:sldMk cId="3817545768" sldId="878"/>
            <ac:spMk id="15" creationId="{A23E8375-0DEF-49A2-B085-F8B6F6B32323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11:13.646" v="11"/>
          <ac:spMkLst>
            <pc:docMk/>
            <pc:sldMk cId="3817545768" sldId="878"/>
            <ac:spMk id="18" creationId="{C0E8D8A3-FF49-43FF-B21B-B100F8FE68CB}"/>
          </ac:spMkLst>
        </pc:spChg>
        <pc:spChg chg="del">
          <ac:chgData name="BOSSUAT Chleo (SAFRAN AIRCRAFT ENGINES)" userId="S::chleo.bossuat@safrangroup.com::89c85a69-7e20-49bb-87ad-8298f825a356" providerId="AD" clId="Web-{03AF9A06-299E-18B6-6C83-9DD3BD14082F}" dt="2025-07-15T12:11:13.646" v="10"/>
          <ac:spMkLst>
            <pc:docMk/>
            <pc:sldMk cId="3817545768" sldId="878"/>
            <ac:spMk id="21" creationId="{4456198F-F05C-49DB-A9A7-967704868CC9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2:11:32.241" v="28" actId="1076"/>
          <ac:spMkLst>
            <pc:docMk/>
            <pc:sldMk cId="3817545768" sldId="878"/>
            <ac:spMk id="22" creationId="{92BD2545-1060-1A21-540A-BF1F7A63EDE7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2:11:41.382" v="34" actId="20577"/>
          <ac:spMkLst>
            <pc:docMk/>
            <pc:sldMk cId="3817545768" sldId="878"/>
            <ac:spMk id="24" creationId="{03900E28-EFBB-D24F-C2B8-AC7ADF418591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2:11:32.303" v="31" actId="1076"/>
          <ac:spMkLst>
            <pc:docMk/>
            <pc:sldMk cId="3817545768" sldId="878"/>
            <ac:spMk id="25" creationId="{576776ED-4385-D315-E9D1-7762ED3EEBC2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2:11:45.054" v="35" actId="20577"/>
          <ac:spMkLst>
            <pc:docMk/>
            <pc:sldMk cId="3817545768" sldId="878"/>
            <ac:spMk id="27" creationId="{3C52B829-F474-6256-8C96-FCE61A7187D4}"/>
          </ac:spMkLst>
        </pc:spChg>
        <pc:graphicFrameChg chg="del">
          <ac:chgData name="BOSSUAT Chleo (SAFRAN AIRCRAFT ENGINES)" userId="S::chleo.bossuat@safrangroup.com::89c85a69-7e20-49bb-87ad-8298f825a356" providerId="AD" clId="Web-{03AF9A06-299E-18B6-6C83-9DD3BD14082F}" dt="2025-07-15T12:11:13.662" v="18"/>
          <ac:graphicFrameMkLst>
            <pc:docMk/>
            <pc:sldMk cId="3817545768" sldId="878"/>
            <ac:graphicFrameMk id="5" creationId="{BDE16891-3D27-442B-8203-18E8D6B49D27}"/>
          </ac:graphicFrameMkLst>
        </pc:graphicFrameChg>
        <pc:graphicFrameChg chg="del">
          <ac:chgData name="BOSSUAT Chleo (SAFRAN AIRCRAFT ENGINES)" userId="S::chleo.bossuat@safrangroup.com::89c85a69-7e20-49bb-87ad-8298f825a356" providerId="AD" clId="Web-{03AF9A06-299E-18B6-6C83-9DD3BD14082F}" dt="2025-07-15T12:11:13.646" v="15"/>
          <ac:graphicFrameMkLst>
            <pc:docMk/>
            <pc:sldMk cId="3817545768" sldId="878"/>
            <ac:graphicFrameMk id="10" creationId="{AA03B56E-AD56-4FDB-B292-FCE9F207A77C}"/>
          </ac:graphicFrameMkLst>
        </pc:graphicFrameChg>
        <pc:picChg chg="add mod">
          <ac:chgData name="BOSSUAT Chleo (SAFRAN AIRCRAFT ENGINES)" userId="S::chleo.bossuat@safrangroup.com::89c85a69-7e20-49bb-87ad-8298f825a356" providerId="AD" clId="Web-{03AF9A06-299E-18B6-6C83-9DD3BD14082F}" dt="2025-07-15T12:11:32.131" v="24" actId="1076"/>
          <ac:picMkLst>
            <pc:docMk/>
            <pc:sldMk cId="3817545768" sldId="878"/>
            <ac:picMk id="3" creationId="{AE444EA9-5F30-7379-3246-B5C71512202C}"/>
          </ac:picMkLst>
        </pc:picChg>
        <pc:cxnChg chg="del">
          <ac:chgData name="BOSSUAT Chleo (SAFRAN AIRCRAFT ENGINES)" userId="S::chleo.bossuat@safrangroup.com::89c85a69-7e20-49bb-87ad-8298f825a356" providerId="AD" clId="Web-{03AF9A06-299E-18B6-6C83-9DD3BD14082F}" dt="2025-07-15T12:11:13.662" v="17"/>
          <ac:cxnSpMkLst>
            <pc:docMk/>
            <pc:sldMk cId="3817545768" sldId="878"/>
            <ac:cxnSpMk id="6" creationId="{F4A651C6-564B-464B-B74F-B865F8F41676}"/>
          </ac:cxnSpMkLst>
        </pc:cxnChg>
        <pc:cxnChg chg="add mod">
          <ac:chgData name="BOSSUAT Chleo (SAFRAN AIRCRAFT ENGINES)" userId="S::chleo.bossuat@safrangroup.com::89c85a69-7e20-49bb-87ad-8298f825a356" providerId="AD" clId="Web-{03AF9A06-299E-18B6-6C83-9DD3BD14082F}" dt="2025-07-15T12:11:32.194" v="26" actId="1076"/>
          <ac:cxnSpMkLst>
            <pc:docMk/>
            <pc:sldMk cId="3817545768" sldId="878"/>
            <ac:cxnSpMk id="8" creationId="{F97D73A3-907D-6F2F-C088-CE95E0A9F4DF}"/>
          </ac:cxnSpMkLst>
        </pc:cxnChg>
        <pc:cxnChg chg="del">
          <ac:chgData name="BOSSUAT Chleo (SAFRAN AIRCRAFT ENGINES)" userId="S::chleo.bossuat@safrangroup.com::89c85a69-7e20-49bb-87ad-8298f825a356" providerId="AD" clId="Web-{03AF9A06-299E-18B6-6C83-9DD3BD14082F}" dt="2025-07-15T12:11:13.662" v="21"/>
          <ac:cxnSpMkLst>
            <pc:docMk/>
            <pc:sldMk cId="3817545768" sldId="878"/>
            <ac:cxnSpMk id="14" creationId="{32A11B19-7CBA-468C-BC2E-B725E0441F2A}"/>
          </ac:cxnSpMkLst>
        </pc:cxnChg>
        <pc:cxnChg chg="del">
          <ac:chgData name="BOSSUAT Chleo (SAFRAN AIRCRAFT ENGINES)" userId="S::chleo.bossuat@safrangroup.com::89c85a69-7e20-49bb-87ad-8298f825a356" providerId="AD" clId="Web-{03AF9A06-299E-18B6-6C83-9DD3BD14082F}" dt="2025-07-15T12:11:13.662" v="19"/>
          <ac:cxnSpMkLst>
            <pc:docMk/>
            <pc:sldMk cId="3817545768" sldId="878"/>
            <ac:cxnSpMk id="16" creationId="{CBBFCA07-2550-4690-938E-08724BE3036C}"/>
          </ac:cxnSpMkLst>
        </pc:cxnChg>
        <pc:cxnChg chg="del">
          <ac:chgData name="BOSSUAT Chleo (SAFRAN AIRCRAFT ENGINES)" userId="S::chleo.bossuat@safrangroup.com::89c85a69-7e20-49bb-87ad-8298f825a356" providerId="AD" clId="Web-{03AF9A06-299E-18B6-6C83-9DD3BD14082F}" dt="2025-07-15T12:11:13.662" v="20"/>
          <ac:cxnSpMkLst>
            <pc:docMk/>
            <pc:sldMk cId="3817545768" sldId="878"/>
            <ac:cxnSpMk id="19" creationId="{4664B99B-D893-4D01-B4B0-57844E715801}"/>
          </ac:cxnSpMkLst>
        </pc:cxnChg>
        <pc:cxnChg chg="del">
          <ac:chgData name="BOSSUAT Chleo (SAFRAN AIRCRAFT ENGINES)" userId="S::chleo.bossuat@safrangroup.com::89c85a69-7e20-49bb-87ad-8298f825a356" providerId="AD" clId="Web-{03AF9A06-299E-18B6-6C83-9DD3BD14082F}" dt="2025-07-15T12:11:13.662" v="22"/>
          <ac:cxnSpMkLst>
            <pc:docMk/>
            <pc:sldMk cId="3817545768" sldId="878"/>
            <ac:cxnSpMk id="20" creationId="{13B708A0-BCCF-4C6F-9B84-D9C7247AB68A}"/>
          </ac:cxnSpMkLst>
        </pc:cxnChg>
        <pc:cxnChg chg="add mod">
          <ac:chgData name="BOSSUAT Chleo (SAFRAN AIRCRAFT ENGINES)" userId="S::chleo.bossuat@safrangroup.com::89c85a69-7e20-49bb-87ad-8298f825a356" providerId="AD" clId="Web-{03AF9A06-299E-18B6-6C83-9DD3BD14082F}" dt="2025-07-15T12:11:32.256" v="29" actId="1076"/>
          <ac:cxnSpMkLst>
            <pc:docMk/>
            <pc:sldMk cId="3817545768" sldId="878"/>
            <ac:cxnSpMk id="23" creationId="{F1B9D7DF-D467-CBD3-3F15-116063C31069}"/>
          </ac:cxnSpMkLst>
        </pc:cxnChg>
        <pc:cxnChg chg="add mod">
          <ac:chgData name="BOSSUAT Chleo (SAFRAN AIRCRAFT ENGINES)" userId="S::chleo.bossuat@safrangroup.com::89c85a69-7e20-49bb-87ad-8298f825a356" providerId="AD" clId="Web-{03AF9A06-299E-18B6-6C83-9DD3BD14082F}" dt="2025-07-15T12:11:32.335" v="32" actId="1076"/>
          <ac:cxnSpMkLst>
            <pc:docMk/>
            <pc:sldMk cId="3817545768" sldId="878"/>
            <ac:cxnSpMk id="26" creationId="{8D6A0D28-CB6C-FB16-26C0-AF7010894C16}"/>
          </ac:cxnSpMkLst>
        </pc:cxnChg>
      </pc:sldChg>
      <pc:sldChg chg="del">
        <pc:chgData name="BOSSUAT Chleo (SAFRAN AIRCRAFT ENGINES)" userId="S::chleo.bossuat@safrangroup.com::89c85a69-7e20-49bb-87ad-8298f825a356" providerId="AD" clId="Web-{03AF9A06-299E-18B6-6C83-9DD3BD14082F}" dt="2025-07-15T12:08:49.828" v="3"/>
        <pc:sldMkLst>
          <pc:docMk/>
          <pc:sldMk cId="2003781942" sldId="879"/>
        </pc:sldMkLst>
      </pc:sldChg>
      <pc:sldChg chg="addSp delSp modSp add replId">
        <pc:chgData name="BOSSUAT Chleo (SAFRAN AIRCRAFT ENGINES)" userId="S::chleo.bossuat@safrangroup.com::89c85a69-7e20-49bb-87ad-8298f825a356" providerId="AD" clId="Web-{03AF9A06-299E-18B6-6C83-9DD3BD14082F}" dt="2025-07-15T13:48:23.909" v="109" actId="1076"/>
        <pc:sldMkLst>
          <pc:docMk/>
          <pc:sldMk cId="3291644073" sldId="881"/>
        </pc:sldMkLst>
        <pc:spChg chg="add mod">
          <ac:chgData name="BOSSUAT Chleo (SAFRAN AIRCRAFT ENGINES)" userId="S::chleo.bossuat@safrangroup.com::89c85a69-7e20-49bb-87ad-8298f825a356" providerId="AD" clId="Web-{03AF9A06-299E-18B6-6C83-9DD3BD14082F}" dt="2025-07-15T13:48:23.830" v="107" actId="1076"/>
          <ac:spMkLst>
            <pc:docMk/>
            <pc:sldMk cId="3291644073" sldId="881"/>
            <ac:spMk id="2" creationId="{45BE3A5E-7FB6-5878-CCA6-CE8966B47709}"/>
          </ac:spMkLst>
        </pc:spChg>
        <pc:spChg chg="mod">
          <ac:chgData name="BOSSUAT Chleo (SAFRAN AIRCRAFT ENGINES)" userId="S::chleo.bossuat@safrangroup.com::89c85a69-7e20-49bb-87ad-8298f825a356" providerId="AD" clId="Web-{03AF9A06-299E-18B6-6C83-9DD3BD14082F}" dt="2025-07-15T12:58:21.820" v="103" actId="20577"/>
          <ac:spMkLst>
            <pc:docMk/>
            <pc:sldMk cId="3291644073" sldId="881"/>
            <ac:spMk id="4" creationId="{3A646C5B-8C4C-6D93-522C-413E905B5E1D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3:48:23.877" v="108" actId="1076"/>
          <ac:spMkLst>
            <pc:docMk/>
            <pc:sldMk cId="3291644073" sldId="881"/>
            <ac:spMk id="5" creationId="{6B392FBE-49A1-781C-09DD-74C66A4F043C}"/>
          </ac:spMkLst>
        </pc:spChg>
        <pc:spChg chg="add mod">
          <ac:chgData name="BOSSUAT Chleo (SAFRAN AIRCRAFT ENGINES)" userId="S::chleo.bossuat@safrangroup.com::89c85a69-7e20-49bb-87ad-8298f825a356" providerId="AD" clId="Web-{03AF9A06-299E-18B6-6C83-9DD3BD14082F}" dt="2025-07-15T13:48:23.909" v="109" actId="1076"/>
          <ac:spMkLst>
            <pc:docMk/>
            <pc:sldMk cId="3291644073" sldId="881"/>
            <ac:spMk id="6" creationId="{A56E7070-7023-B925-7459-1325B069803E}"/>
          </ac:spMkLst>
        </pc:spChg>
        <pc:picChg chg="del">
          <ac:chgData name="BOSSUAT Chleo (SAFRAN AIRCRAFT ENGINES)" userId="S::chleo.bossuat@safrangroup.com::89c85a69-7e20-49bb-87ad-8298f825a356" providerId="AD" clId="Web-{03AF9A06-299E-18B6-6C83-9DD3BD14082F}" dt="2025-07-15T13:47:46.032" v="105"/>
          <ac:picMkLst>
            <pc:docMk/>
            <pc:sldMk cId="3291644073" sldId="881"/>
            <ac:picMk id="12" creationId="{A1445A7A-2238-69D4-E071-66B2DCFB1CCF}"/>
          </ac:picMkLst>
        </pc:picChg>
        <pc:picChg chg="del">
          <ac:chgData name="BOSSUAT Chleo (SAFRAN AIRCRAFT ENGINES)" userId="S::chleo.bossuat@safrangroup.com::89c85a69-7e20-49bb-87ad-8298f825a356" providerId="AD" clId="Web-{03AF9A06-299E-18B6-6C83-9DD3BD14082F}" dt="2025-07-15T13:47:43.829" v="104"/>
          <ac:picMkLst>
            <pc:docMk/>
            <pc:sldMk cId="3291644073" sldId="881"/>
            <ac:picMk id="13" creationId="{7E3A8A94-F828-7FA6-930F-D8620C4D4942}"/>
          </ac:picMkLst>
        </pc:picChg>
      </pc:sldChg>
      <pc:sldChg chg="del">
        <pc:chgData name="BOSSUAT Chleo (SAFRAN AIRCRAFT ENGINES)" userId="S::chleo.bossuat@safrangroup.com::89c85a69-7e20-49bb-87ad-8298f825a356" providerId="AD" clId="Web-{03AF9A06-299E-18B6-6C83-9DD3BD14082F}" dt="2025-07-15T12:08:45.484" v="1"/>
        <pc:sldMkLst>
          <pc:docMk/>
          <pc:sldMk cId="3834619178" sldId="881"/>
        </pc:sldMkLst>
      </pc:sldChg>
    </pc:docChg>
  </pc:docChgLst>
  <pc:docChgLst>
    <pc:chgData name="BEN CHIBOUB Safwen (SAFRAN AIRCRAFT ENGINES)" userId="S::safwen.ben-chiboub@safrangroup.com::e844e4f1-871c-4636-8959-3e4180357ee1" providerId="AD" clId="Web-{54B4E8FC-2E4E-4A13-970B-5B17263D867A}"/>
    <pc:docChg chg="mod modMainMaster">
      <pc:chgData name="BEN CHIBOUB Safwen (SAFRAN AIRCRAFT ENGINES)" userId="S::safwen.ben-chiboub@safrangroup.com::e844e4f1-871c-4636-8959-3e4180357ee1" providerId="AD" clId="Web-{54B4E8FC-2E4E-4A13-970B-5B17263D867A}" dt="2025-01-20T13:11:24.545" v="1" actId="33475"/>
      <pc:docMkLst>
        <pc:docMk/>
      </pc:docMkLst>
      <pc:sldMasterChg chg="addSp">
        <pc:chgData name="BEN CHIBOUB Safwen (SAFRAN AIRCRAFT ENGINES)" userId="S::safwen.ben-chiboub@safrangroup.com::e844e4f1-871c-4636-8959-3e4180357ee1" providerId="AD" clId="Web-{54B4E8FC-2E4E-4A13-970B-5B17263D867A}" dt="2025-01-20T13:11:24.545" v="0" actId="33475"/>
        <pc:sldMasterMkLst>
          <pc:docMk/>
          <pc:sldMasterMk cId="3975737367" sldId="2147483687"/>
        </pc:sldMasterMkLst>
      </pc:sldMasterChg>
      <pc:sldMasterChg chg="addSp">
        <pc:chgData name="BEN CHIBOUB Safwen (SAFRAN AIRCRAFT ENGINES)" userId="S::safwen.ben-chiboub@safrangroup.com::e844e4f1-871c-4636-8959-3e4180357ee1" providerId="AD" clId="Web-{54B4E8FC-2E4E-4A13-970B-5B17263D867A}" dt="2025-01-20T13:11:24.545" v="0" actId="33475"/>
        <pc:sldMasterMkLst>
          <pc:docMk/>
          <pc:sldMasterMk cId="3446464498" sldId="2147483701"/>
        </pc:sldMasterMkLst>
      </pc:sldMasterChg>
      <pc:sldMasterChg chg="addSp">
        <pc:chgData name="BEN CHIBOUB Safwen (SAFRAN AIRCRAFT ENGINES)" userId="S::safwen.ben-chiboub@safrangroup.com::e844e4f1-871c-4636-8959-3e4180357ee1" providerId="AD" clId="Web-{54B4E8FC-2E4E-4A13-970B-5B17263D867A}" dt="2025-01-20T13:11:24.545" v="0" actId="33475"/>
        <pc:sldMasterMkLst>
          <pc:docMk/>
          <pc:sldMasterMk cId="2794442535" sldId="2147483712"/>
        </pc:sldMasterMkLst>
      </pc:sldMasterChg>
      <pc:sldMasterChg chg="addSp">
        <pc:chgData name="BEN CHIBOUB Safwen (SAFRAN AIRCRAFT ENGINES)" userId="S::safwen.ben-chiboub@safrangroup.com::e844e4f1-871c-4636-8959-3e4180357ee1" providerId="AD" clId="Web-{54B4E8FC-2E4E-4A13-970B-5B17263D867A}" dt="2025-01-20T13:11:24.545" v="0" actId="33475"/>
        <pc:sldMasterMkLst>
          <pc:docMk/>
          <pc:sldMasterMk cId="1090117504" sldId="2147483723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892F5-48D6-4E18-AEE7-7FE34776F4BD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83908-A2F8-410C-BBF4-66AF6EABD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87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 userDrawn="1"/>
        </p:nvSpPr>
        <p:spPr>
          <a:xfrm>
            <a:off x="114298" y="5641978"/>
            <a:ext cx="11896728" cy="704847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 userDrawn="1"/>
        </p:nvSpPr>
        <p:spPr>
          <a:xfrm>
            <a:off x="-1" y="6305550"/>
            <a:ext cx="12125325" cy="552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BD44FC9-82DD-F837-788A-082157C08D6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31799" y="603693"/>
            <a:ext cx="11324771" cy="2063606"/>
          </a:xfrm>
        </p:spPr>
        <p:txBody>
          <a:bodyPr lIns="180000" tIns="288000" bIns="0" anchor="t">
            <a:sp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  <a:effectLst>
                  <a:outerShdw blurRad="381000" dist="38100" dir="2700000" algn="tl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fr-FR" err="1"/>
              <a:t>Title</a:t>
            </a:r>
            <a:r>
              <a:rPr lang="fr-FR"/>
              <a:t> of the </a:t>
            </a:r>
            <a:r>
              <a:rPr lang="fr-FR" err="1"/>
              <a:t>presentation</a:t>
            </a:r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 userDrawn="1"/>
        </p:nvSpPr>
        <p:spPr>
          <a:xfrm>
            <a:off x="114300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 userDrawn="1"/>
        </p:nvSpPr>
        <p:spPr>
          <a:xfrm flipH="1">
            <a:off x="11842756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 userDrawn="1"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1"/>
          <a:stretch>
            <a:fillRect/>
          </a:stretch>
        </p:blipFill>
        <p:spPr>
          <a:xfrm>
            <a:off x="4624388" y="10800"/>
            <a:ext cx="2319739" cy="507998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1"/>
          <a:stretch>
            <a:fillRect/>
          </a:stretch>
        </p:blipFill>
        <p:spPr>
          <a:xfrm flipH="1">
            <a:off x="5247875" y="10800"/>
            <a:ext cx="2319739" cy="507997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 userDrawn="1"/>
        </p:nvSpPr>
        <p:spPr>
          <a:xfrm rot="16200000" flipH="1">
            <a:off x="446051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 userDrawn="1"/>
        </p:nvSpPr>
        <p:spPr>
          <a:xfrm rot="5400000">
            <a:off x="755852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D0B57296-C0F7-B665-CB0B-2F3AF6B4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1660" y="3087734"/>
            <a:ext cx="184731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0FB9-677B-AA14-1466-60A25F2821C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1758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no visual [compagny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D44FC9-82DD-F837-788A-082157C08D6F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31799" y="603693"/>
            <a:ext cx="11324771" cy="2063606"/>
          </a:xfrm>
          <a:effectLst/>
        </p:spPr>
        <p:txBody>
          <a:bodyPr lIns="180000" tIns="288000" bIns="0" anchor="t">
            <a:sp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accent6"/>
                </a:solidFill>
                <a:effectLst/>
              </a:defRPr>
            </a:lvl1pPr>
          </a:lstStyle>
          <a:p>
            <a:r>
              <a:rPr lang="fr-FR" err="1"/>
              <a:t>Title</a:t>
            </a:r>
            <a:r>
              <a:rPr lang="fr-FR"/>
              <a:t> of the </a:t>
            </a:r>
            <a:r>
              <a:rPr lang="fr-FR" err="1"/>
              <a:t>presentation</a:t>
            </a:r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8" name="Graphique 20">
            <a:extLst>
              <a:ext uri="{FF2B5EF4-FFF2-40B4-BE49-F238E27FC236}">
                <a16:creationId xmlns:a16="http://schemas.microsoft.com/office/drawing/2014/main" id="{E888F944-1054-0A87-B76D-10CF9D63E6BB}"/>
              </a:ext>
            </a:extLst>
          </p:cNvPr>
          <p:cNvSpPr/>
          <p:nvPr/>
        </p:nvSpPr>
        <p:spPr>
          <a:xfrm>
            <a:off x="209550" y="220562"/>
            <a:ext cx="11772900" cy="6070853"/>
          </a:xfrm>
          <a:custGeom>
            <a:avLst/>
            <a:gdLst>
              <a:gd name="connsiteX0" fmla="*/ 11634026 w 11772900"/>
              <a:gd name="connsiteY0" fmla="*/ 0 h 6070853"/>
              <a:gd name="connsiteX1" fmla="*/ 7090696 w 11772900"/>
              <a:gd name="connsiteY1" fmla="*/ 0 h 6070853"/>
              <a:gd name="connsiteX2" fmla="*/ 7040214 w 11772900"/>
              <a:gd name="connsiteY2" fmla="*/ 43529 h 6070853"/>
              <a:gd name="connsiteX3" fmla="*/ 6970110 w 11772900"/>
              <a:gd name="connsiteY3" fmla="*/ 243650 h 6070853"/>
              <a:gd name="connsiteX4" fmla="*/ 6900005 w 11772900"/>
              <a:gd name="connsiteY4" fmla="*/ 305943 h 6070853"/>
              <a:gd name="connsiteX5" fmla="*/ 4909090 w 11772900"/>
              <a:gd name="connsiteY5" fmla="*/ 305943 h 6070853"/>
              <a:gd name="connsiteX6" fmla="*/ 4839272 w 11772900"/>
              <a:gd name="connsiteY6" fmla="*/ 243650 h 6070853"/>
              <a:gd name="connsiteX7" fmla="*/ 4769454 w 11772900"/>
              <a:gd name="connsiteY7" fmla="*/ 43529 h 6070853"/>
              <a:gd name="connsiteX8" fmla="*/ 4719162 w 11772900"/>
              <a:gd name="connsiteY8" fmla="*/ 0 h 6070853"/>
              <a:gd name="connsiteX9" fmla="*/ 138875 w 11772900"/>
              <a:gd name="connsiteY9" fmla="*/ 0 h 6070853"/>
              <a:gd name="connsiteX10" fmla="*/ 0 w 11772900"/>
              <a:gd name="connsiteY10" fmla="*/ 138875 h 6070853"/>
              <a:gd name="connsiteX11" fmla="*/ 0 w 11772900"/>
              <a:gd name="connsiteY11" fmla="*/ 5086350 h 6070853"/>
              <a:gd name="connsiteX12" fmla="*/ 2381 w 11772900"/>
              <a:gd name="connsiteY12" fmla="*/ 5086350 h 6070853"/>
              <a:gd name="connsiteX13" fmla="*/ 2381 w 11772900"/>
              <a:gd name="connsiteY13" fmla="*/ 5912930 h 6070853"/>
              <a:gd name="connsiteX14" fmla="*/ 139065 w 11772900"/>
              <a:gd name="connsiteY14" fmla="*/ 6062663 h 6070853"/>
              <a:gd name="connsiteX15" fmla="*/ 149257 w 11772900"/>
              <a:gd name="connsiteY15" fmla="*/ 6062663 h 6070853"/>
              <a:gd name="connsiteX16" fmla="*/ 149257 w 11772900"/>
              <a:gd name="connsiteY16" fmla="*/ 6070854 h 6070853"/>
              <a:gd name="connsiteX17" fmla="*/ 5886546 w 11772900"/>
              <a:gd name="connsiteY17" fmla="*/ 5424488 h 6070853"/>
              <a:gd name="connsiteX18" fmla="*/ 11636407 w 11772900"/>
              <a:gd name="connsiteY18" fmla="*/ 6066854 h 6070853"/>
              <a:gd name="connsiteX19" fmla="*/ 11636407 w 11772900"/>
              <a:gd name="connsiteY19" fmla="*/ 6062663 h 6070853"/>
              <a:gd name="connsiteX20" fmla="*/ 11646598 w 11772900"/>
              <a:gd name="connsiteY20" fmla="*/ 6062663 h 6070853"/>
              <a:gd name="connsiteX21" fmla="*/ 11772900 w 11772900"/>
              <a:gd name="connsiteY21" fmla="*/ 5970080 h 6070853"/>
              <a:gd name="connsiteX22" fmla="*/ 11772900 w 11772900"/>
              <a:gd name="connsiteY22" fmla="*/ 138875 h 6070853"/>
              <a:gd name="connsiteX23" fmla="*/ 11634026 w 11772900"/>
              <a:gd name="connsiteY23" fmla="*/ 0 h 607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772900" h="6070853">
                <a:moveTo>
                  <a:pt x="11634026" y="0"/>
                </a:moveTo>
                <a:lnTo>
                  <a:pt x="7090696" y="0"/>
                </a:lnTo>
                <a:cubicBezTo>
                  <a:pt x="7072122" y="7049"/>
                  <a:pt x="7048310" y="20288"/>
                  <a:pt x="7040214" y="43529"/>
                </a:cubicBezTo>
                <a:lnTo>
                  <a:pt x="6970110" y="243650"/>
                </a:lnTo>
                <a:cubicBezTo>
                  <a:pt x="6970110" y="243650"/>
                  <a:pt x="6946773" y="305943"/>
                  <a:pt x="6900005" y="305943"/>
                </a:cubicBezTo>
                <a:lnTo>
                  <a:pt x="4909090" y="305943"/>
                </a:lnTo>
                <a:cubicBezTo>
                  <a:pt x="4862513" y="305943"/>
                  <a:pt x="4839272" y="243650"/>
                  <a:pt x="4839272" y="243650"/>
                </a:cubicBezTo>
                <a:lnTo>
                  <a:pt x="4769454" y="43529"/>
                </a:lnTo>
                <a:cubicBezTo>
                  <a:pt x="4761357" y="20288"/>
                  <a:pt x="4737735" y="7049"/>
                  <a:pt x="4719162" y="0"/>
                </a:cubicBezTo>
                <a:lnTo>
                  <a:pt x="138875" y="0"/>
                </a:lnTo>
                <a:cubicBezTo>
                  <a:pt x="62198" y="0"/>
                  <a:pt x="0" y="62198"/>
                  <a:pt x="0" y="138875"/>
                </a:cubicBezTo>
                <a:lnTo>
                  <a:pt x="0" y="5086350"/>
                </a:lnTo>
                <a:lnTo>
                  <a:pt x="2381" y="5086350"/>
                </a:lnTo>
                <a:lnTo>
                  <a:pt x="2381" y="5912930"/>
                </a:lnTo>
                <a:cubicBezTo>
                  <a:pt x="2381" y="5995607"/>
                  <a:pt x="63532" y="6062663"/>
                  <a:pt x="139065" y="6062663"/>
                </a:cubicBezTo>
                <a:lnTo>
                  <a:pt x="149257" y="6062663"/>
                </a:lnTo>
                <a:lnTo>
                  <a:pt x="149257" y="6070854"/>
                </a:lnTo>
                <a:cubicBezTo>
                  <a:pt x="1872520" y="5649754"/>
                  <a:pt x="3858197" y="5425535"/>
                  <a:pt x="5886546" y="5424488"/>
                </a:cubicBezTo>
                <a:cubicBezTo>
                  <a:pt x="7917752" y="5423345"/>
                  <a:pt x="9907905" y="5646230"/>
                  <a:pt x="11636407" y="6066854"/>
                </a:cubicBezTo>
                <a:lnTo>
                  <a:pt x="11636407" y="6062663"/>
                </a:lnTo>
                <a:lnTo>
                  <a:pt x="11646598" y="6062663"/>
                </a:lnTo>
                <a:cubicBezTo>
                  <a:pt x="11703558" y="6062663"/>
                  <a:pt x="11752326" y="6024467"/>
                  <a:pt x="11772900" y="5970080"/>
                </a:cubicBezTo>
                <a:lnTo>
                  <a:pt x="11772900" y="138875"/>
                </a:lnTo>
                <a:cubicBezTo>
                  <a:pt x="11772900" y="62198"/>
                  <a:pt x="11710797" y="0"/>
                  <a:pt x="11634026" y="0"/>
                </a:cubicBezTo>
                <a:close/>
              </a:path>
            </a:pathLst>
          </a:custGeom>
          <a:noFill/>
          <a:ln w="12700" cap="flat">
            <a:solidFill>
              <a:srgbClr val="525668">
                <a:alpha val="64706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A38F15C3-B903-11CD-BF5D-ACDD5CE3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1660" y="3087734"/>
            <a:ext cx="184731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18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6D8D3E-E247-B825-4FFE-7E7FE37E25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9855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2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4A2EBE39-32D3-A9DB-6878-0B9556DCBD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927" r="1958"/>
          <a:stretch/>
        </p:blipFill>
        <p:spPr>
          <a:xfrm>
            <a:off x="431799" y="220562"/>
            <a:ext cx="11324771" cy="6096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5DEAA2-3875-7C76-EA9F-D60F08405A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799" y="2001783"/>
            <a:ext cx="11324771" cy="2063606"/>
          </a:xfrm>
        </p:spPr>
        <p:txBody>
          <a:bodyPr lIns="180000" tIns="288000" bIns="0" anchor="t">
            <a:sp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  <a:effectLst>
                  <a:outerShdw blurRad="381000" dist="38100" dir="2700000" algn="tl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/>
              <a:t>Title of the presentation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45C6271-D4DB-6AFB-249F-F40525A10FA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2852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86913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0130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 userDrawn="1"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 userDrawn="1"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 userDrawn="1"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 userDrawn="1"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 userDrawn="1"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 userDrawn="1"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226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2074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8896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9321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8800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0936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 userDrawn="1"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 userDrawn="1"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9508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 userDrawn="1"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7742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C7B4FC1-5F10-9CB1-7E39-0007F559DD5E}"/>
              </a:ext>
            </a:extLst>
          </p:cNvPr>
          <p:cNvSpPr/>
          <p:nvPr userDrawn="1"/>
        </p:nvSpPr>
        <p:spPr>
          <a:xfrm>
            <a:off x="308198" y="5670552"/>
            <a:ext cx="11575605" cy="626760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ln w="12700">
            <a:solidFill>
              <a:schemeClr val="bg1"/>
            </a:solidFill>
          </a:ln>
          <a:effectLst>
            <a:outerShdw blurRad="190500" dist="20000" dir="5400000" rotWithShape="0">
              <a:srgbClr val="000000">
                <a:alpha val="2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E0C741DD-78D5-B33E-6760-2F721D372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8276" y="6067171"/>
            <a:ext cx="1695448" cy="356044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C3F1D64C-9BE7-9463-D7A2-D4DA86C77212}"/>
              </a:ext>
            </a:extLst>
          </p:cNvPr>
          <p:cNvGrpSpPr/>
          <p:nvPr userDrawn="1"/>
        </p:nvGrpSpPr>
        <p:grpSpPr>
          <a:xfrm>
            <a:off x="4615543" y="2458519"/>
            <a:ext cx="2960914" cy="1940962"/>
            <a:chOff x="861349" y="0"/>
            <a:chExt cx="10466695" cy="6861211"/>
          </a:xfrm>
        </p:grpSpPr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5593FCB-7F44-74C3-EA1E-CEB7F2F67530}"/>
                </a:ext>
              </a:extLst>
            </p:cNvPr>
            <p:cNvGrpSpPr/>
            <p:nvPr/>
          </p:nvGrpSpPr>
          <p:grpSpPr>
            <a:xfrm>
              <a:off x="861349" y="0"/>
              <a:ext cx="2835739" cy="3183067"/>
              <a:chOff x="861349" y="0"/>
              <a:chExt cx="2835739" cy="3183067"/>
            </a:xfrm>
            <a:solidFill>
              <a:srgbClr val="FFFFFF"/>
            </a:solidFill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867BA74-350C-1350-7B15-EDD32886BA65}"/>
                  </a:ext>
                </a:extLst>
              </p:cNvPr>
              <p:cNvSpPr/>
              <p:nvPr/>
            </p:nvSpPr>
            <p:spPr>
              <a:xfrm>
                <a:off x="861349" y="41321"/>
                <a:ext cx="1331146" cy="3100336"/>
              </a:xfrm>
              <a:custGeom>
                <a:avLst/>
                <a:gdLst>
                  <a:gd name="connsiteX0" fmla="*/ 814366 w 1331146"/>
                  <a:gd name="connsiteY0" fmla="*/ 872268 h 3100336"/>
                  <a:gd name="connsiteX1" fmla="*/ 587010 w 1331146"/>
                  <a:gd name="connsiteY1" fmla="*/ 479539 h 3100336"/>
                  <a:gd name="connsiteX2" fmla="*/ 512614 w 1331146"/>
                  <a:gd name="connsiteY2" fmla="*/ 479539 h 3100336"/>
                  <a:gd name="connsiteX3" fmla="*/ 512614 w 1331146"/>
                  <a:gd name="connsiteY3" fmla="*/ 1430371 h 3100336"/>
                  <a:gd name="connsiteX4" fmla="*/ 587010 w 1331146"/>
                  <a:gd name="connsiteY4" fmla="*/ 1430371 h 3100336"/>
                  <a:gd name="connsiteX5" fmla="*/ 814366 w 1331146"/>
                  <a:gd name="connsiteY5" fmla="*/ 1037641 h 3100336"/>
                  <a:gd name="connsiteX6" fmla="*/ 814366 w 1331146"/>
                  <a:gd name="connsiteY6" fmla="*/ 872268 h 3100336"/>
                  <a:gd name="connsiteX7" fmla="*/ 1331146 w 1331146"/>
                  <a:gd name="connsiteY7" fmla="*/ 880515 h 3100336"/>
                  <a:gd name="connsiteX8" fmla="*/ 1331146 w 1331146"/>
                  <a:gd name="connsiteY8" fmla="*/ 1029308 h 3100336"/>
                  <a:gd name="connsiteX9" fmla="*/ 587097 w 1331146"/>
                  <a:gd name="connsiteY9" fmla="*/ 1905656 h 3100336"/>
                  <a:gd name="connsiteX10" fmla="*/ 512701 w 1331146"/>
                  <a:gd name="connsiteY10" fmla="*/ 1905656 h 3100336"/>
                  <a:gd name="connsiteX11" fmla="*/ 512701 w 1331146"/>
                  <a:gd name="connsiteY11" fmla="*/ 3100337 h 3100336"/>
                  <a:gd name="connsiteX12" fmla="*/ 0 w 1331146"/>
                  <a:gd name="connsiteY12" fmla="*/ 3100337 h 3100336"/>
                  <a:gd name="connsiteX13" fmla="*/ 0 w 1331146"/>
                  <a:gd name="connsiteY13" fmla="*/ 0 h 3100336"/>
                  <a:gd name="connsiteX14" fmla="*/ 587010 w 1331146"/>
                  <a:gd name="connsiteY14" fmla="*/ 0 h 3100336"/>
                  <a:gd name="connsiteX15" fmla="*/ 1331060 w 1331146"/>
                  <a:gd name="connsiteY15" fmla="*/ 880515 h 310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1146" h="3100336">
                    <a:moveTo>
                      <a:pt x="814366" y="872268"/>
                    </a:moveTo>
                    <a:cubicBezTo>
                      <a:pt x="814366" y="549855"/>
                      <a:pt x="735803" y="479539"/>
                      <a:pt x="587010" y="479539"/>
                    </a:cubicBezTo>
                    <a:lnTo>
                      <a:pt x="512614" y="479539"/>
                    </a:lnTo>
                    <a:lnTo>
                      <a:pt x="512614" y="1430371"/>
                    </a:lnTo>
                    <a:lnTo>
                      <a:pt x="587010" y="1430371"/>
                    </a:lnTo>
                    <a:cubicBezTo>
                      <a:pt x="735803" y="1430371"/>
                      <a:pt x="814366" y="1360054"/>
                      <a:pt x="814366" y="1037641"/>
                    </a:cubicBezTo>
                    <a:lnTo>
                      <a:pt x="814366" y="872268"/>
                    </a:lnTo>
                    <a:close/>
                    <a:moveTo>
                      <a:pt x="1331146" y="880515"/>
                    </a:moveTo>
                    <a:lnTo>
                      <a:pt x="1331146" y="1029308"/>
                    </a:lnTo>
                    <a:cubicBezTo>
                      <a:pt x="1331146" y="1645312"/>
                      <a:pt x="1083130" y="1905656"/>
                      <a:pt x="587097" y="1905656"/>
                    </a:cubicBezTo>
                    <a:lnTo>
                      <a:pt x="512701" y="1905656"/>
                    </a:lnTo>
                    <a:lnTo>
                      <a:pt x="512701" y="3100337"/>
                    </a:lnTo>
                    <a:lnTo>
                      <a:pt x="0" y="3100337"/>
                    </a:lnTo>
                    <a:lnTo>
                      <a:pt x="0" y="0"/>
                    </a:lnTo>
                    <a:lnTo>
                      <a:pt x="587010" y="0"/>
                    </a:lnTo>
                    <a:cubicBezTo>
                      <a:pt x="1083043" y="0"/>
                      <a:pt x="1331060" y="260430"/>
                      <a:pt x="1331060" y="880515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331B8D34-9291-0919-40FE-ACD26FAA80F4}"/>
                  </a:ext>
                </a:extLst>
              </p:cNvPr>
              <p:cNvSpPr/>
              <p:nvPr/>
            </p:nvSpPr>
            <p:spPr>
              <a:xfrm>
                <a:off x="2353614" y="0"/>
                <a:ext cx="1343473" cy="3183067"/>
              </a:xfrm>
              <a:custGeom>
                <a:avLst/>
                <a:gdLst>
                  <a:gd name="connsiteX0" fmla="*/ 673820 w 1343473"/>
                  <a:gd name="connsiteY0" fmla="*/ 475372 h 3183067"/>
                  <a:gd name="connsiteX1" fmla="*/ 516694 w 1343473"/>
                  <a:gd name="connsiteY1" fmla="*/ 644912 h 3183067"/>
                  <a:gd name="connsiteX2" fmla="*/ 516694 w 1343473"/>
                  <a:gd name="connsiteY2" fmla="*/ 2538242 h 3183067"/>
                  <a:gd name="connsiteX3" fmla="*/ 673820 w 1343473"/>
                  <a:gd name="connsiteY3" fmla="*/ 2707782 h 3183067"/>
                  <a:gd name="connsiteX4" fmla="*/ 830860 w 1343473"/>
                  <a:gd name="connsiteY4" fmla="*/ 2538242 h 3183067"/>
                  <a:gd name="connsiteX5" fmla="*/ 830860 w 1343473"/>
                  <a:gd name="connsiteY5" fmla="*/ 644912 h 3183067"/>
                  <a:gd name="connsiteX6" fmla="*/ 673820 w 1343473"/>
                  <a:gd name="connsiteY6" fmla="*/ 475372 h 3183067"/>
                  <a:gd name="connsiteX7" fmla="*/ 1343474 w 1343473"/>
                  <a:gd name="connsiteY7" fmla="*/ 644912 h 3183067"/>
                  <a:gd name="connsiteX8" fmla="*/ 1343474 w 1343473"/>
                  <a:gd name="connsiteY8" fmla="*/ 2538242 h 3183067"/>
                  <a:gd name="connsiteX9" fmla="*/ 673820 w 1343473"/>
                  <a:gd name="connsiteY9" fmla="*/ 3183067 h 3183067"/>
                  <a:gd name="connsiteX10" fmla="*/ 0 w 1343473"/>
                  <a:gd name="connsiteY10" fmla="*/ 2538242 h 3183067"/>
                  <a:gd name="connsiteX11" fmla="*/ 0 w 1343473"/>
                  <a:gd name="connsiteY11" fmla="*/ 644912 h 3183067"/>
                  <a:gd name="connsiteX12" fmla="*/ 673820 w 1343473"/>
                  <a:gd name="connsiteY12" fmla="*/ 0 h 3183067"/>
                  <a:gd name="connsiteX13" fmla="*/ 1343474 w 1343473"/>
                  <a:gd name="connsiteY13" fmla="*/ 644912 h 31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43473" h="3183067">
                    <a:moveTo>
                      <a:pt x="673820" y="475372"/>
                    </a:moveTo>
                    <a:cubicBezTo>
                      <a:pt x="578676" y="475372"/>
                      <a:pt x="516694" y="541522"/>
                      <a:pt x="516694" y="644912"/>
                    </a:cubicBezTo>
                    <a:lnTo>
                      <a:pt x="516694" y="2538242"/>
                    </a:lnTo>
                    <a:cubicBezTo>
                      <a:pt x="516694" y="2641546"/>
                      <a:pt x="578676" y="2707782"/>
                      <a:pt x="673820" y="2707782"/>
                    </a:cubicBezTo>
                    <a:cubicBezTo>
                      <a:pt x="768964" y="2707782"/>
                      <a:pt x="830860" y="2641632"/>
                      <a:pt x="830860" y="2538242"/>
                    </a:cubicBezTo>
                    <a:lnTo>
                      <a:pt x="830860" y="644912"/>
                    </a:lnTo>
                    <a:cubicBezTo>
                      <a:pt x="830860" y="541608"/>
                      <a:pt x="768877" y="475372"/>
                      <a:pt x="673820" y="475372"/>
                    </a:cubicBezTo>
                    <a:moveTo>
                      <a:pt x="1343474" y="644912"/>
                    </a:moveTo>
                    <a:lnTo>
                      <a:pt x="1343474" y="2538242"/>
                    </a:lnTo>
                    <a:cubicBezTo>
                      <a:pt x="1343474" y="2914390"/>
                      <a:pt x="1070629" y="3183067"/>
                      <a:pt x="673820" y="3183067"/>
                    </a:cubicBezTo>
                    <a:cubicBezTo>
                      <a:pt x="277011" y="3183067"/>
                      <a:pt x="0" y="2914390"/>
                      <a:pt x="0" y="2538242"/>
                    </a:cubicBezTo>
                    <a:lnTo>
                      <a:pt x="0" y="644912"/>
                    </a:lnTo>
                    <a:cubicBezTo>
                      <a:pt x="0" y="268764"/>
                      <a:pt x="272844" y="0"/>
                      <a:pt x="673820" y="0"/>
                    </a:cubicBezTo>
                    <a:cubicBezTo>
                      <a:pt x="1074796" y="0"/>
                      <a:pt x="1343474" y="268764"/>
                      <a:pt x="1343474" y="64491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5762539-1930-BA2C-E334-B6F89AFA6F84}"/>
                </a:ext>
              </a:extLst>
            </p:cNvPr>
            <p:cNvSpPr/>
            <p:nvPr/>
          </p:nvSpPr>
          <p:spPr>
            <a:xfrm>
              <a:off x="3746743" y="41321"/>
              <a:ext cx="2128931" cy="3100423"/>
            </a:xfrm>
            <a:custGeom>
              <a:avLst/>
              <a:gdLst>
                <a:gd name="connsiteX0" fmla="*/ 2128932 w 2128931"/>
                <a:gd name="connsiteY0" fmla="*/ 0 h 3100423"/>
                <a:gd name="connsiteX1" fmla="*/ 1752783 w 2128931"/>
                <a:gd name="connsiteY1" fmla="*/ 3100424 h 3100423"/>
                <a:gd name="connsiteX2" fmla="*/ 1223589 w 2128931"/>
                <a:gd name="connsiteY2" fmla="*/ 3100424 h 3100423"/>
                <a:gd name="connsiteX3" fmla="*/ 1062382 w 2128931"/>
                <a:gd name="connsiteY3" fmla="*/ 1260830 h 3100423"/>
                <a:gd name="connsiteX4" fmla="*/ 901176 w 2128931"/>
                <a:gd name="connsiteY4" fmla="*/ 3100424 h 3100423"/>
                <a:gd name="connsiteX5" fmla="*/ 376148 w 2128931"/>
                <a:gd name="connsiteY5" fmla="*/ 3100424 h 3100423"/>
                <a:gd name="connsiteX6" fmla="*/ 0 w 2128931"/>
                <a:gd name="connsiteY6" fmla="*/ 0 h 3100423"/>
                <a:gd name="connsiteX7" fmla="*/ 500200 w 2128931"/>
                <a:gd name="connsiteY7" fmla="*/ 0 h 3100423"/>
                <a:gd name="connsiteX8" fmla="*/ 665573 w 2128931"/>
                <a:gd name="connsiteY8" fmla="*/ 1942984 h 3100423"/>
                <a:gd name="connsiteX9" fmla="*/ 826780 w 2128931"/>
                <a:gd name="connsiteY9" fmla="*/ 0 h 3100423"/>
                <a:gd name="connsiteX10" fmla="*/ 1322813 w 2128931"/>
                <a:gd name="connsiteY10" fmla="*/ 0 h 3100423"/>
                <a:gd name="connsiteX11" fmla="*/ 1484019 w 2128931"/>
                <a:gd name="connsiteY11" fmla="*/ 1938817 h 3100423"/>
                <a:gd name="connsiteX12" fmla="*/ 1645226 w 2128931"/>
                <a:gd name="connsiteY12" fmla="*/ 0 h 3100423"/>
                <a:gd name="connsiteX13" fmla="*/ 2128932 w 2128931"/>
                <a:gd name="connsiteY13" fmla="*/ 0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28931" h="3100423">
                  <a:moveTo>
                    <a:pt x="2128932" y="0"/>
                  </a:moveTo>
                  <a:lnTo>
                    <a:pt x="1752783" y="3100424"/>
                  </a:lnTo>
                  <a:lnTo>
                    <a:pt x="1223589" y="3100424"/>
                  </a:lnTo>
                  <a:lnTo>
                    <a:pt x="1062382" y="1260830"/>
                  </a:lnTo>
                  <a:lnTo>
                    <a:pt x="901176" y="3100424"/>
                  </a:lnTo>
                  <a:lnTo>
                    <a:pt x="376148" y="3100424"/>
                  </a:lnTo>
                  <a:lnTo>
                    <a:pt x="0" y="0"/>
                  </a:lnTo>
                  <a:lnTo>
                    <a:pt x="500200" y="0"/>
                  </a:lnTo>
                  <a:lnTo>
                    <a:pt x="665573" y="1942984"/>
                  </a:lnTo>
                  <a:lnTo>
                    <a:pt x="826780" y="0"/>
                  </a:lnTo>
                  <a:lnTo>
                    <a:pt x="1322813" y="0"/>
                  </a:lnTo>
                  <a:lnTo>
                    <a:pt x="1484019" y="1938817"/>
                  </a:lnTo>
                  <a:lnTo>
                    <a:pt x="1645226" y="0"/>
                  </a:lnTo>
                  <a:lnTo>
                    <a:pt x="212893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1685E00-F3D8-7500-A94C-D52A242FC47C}"/>
                </a:ext>
              </a:extLst>
            </p:cNvPr>
            <p:cNvSpPr/>
            <p:nvPr/>
          </p:nvSpPr>
          <p:spPr>
            <a:xfrm>
              <a:off x="5970645" y="41408"/>
              <a:ext cx="1074883" cy="3100336"/>
            </a:xfrm>
            <a:custGeom>
              <a:avLst/>
              <a:gdLst>
                <a:gd name="connsiteX0" fmla="*/ 1074883 w 1074883"/>
                <a:gd name="connsiteY0" fmla="*/ 2620798 h 3100336"/>
                <a:gd name="connsiteX1" fmla="*/ 1074883 w 1074883"/>
                <a:gd name="connsiteY1" fmla="*/ 3100337 h 3100336"/>
                <a:gd name="connsiteX2" fmla="*/ 0 w 1074883"/>
                <a:gd name="connsiteY2" fmla="*/ 3100337 h 3100336"/>
                <a:gd name="connsiteX3" fmla="*/ 0 w 1074883"/>
                <a:gd name="connsiteY3" fmla="*/ 0 h 3100336"/>
                <a:gd name="connsiteX4" fmla="*/ 1070716 w 1074883"/>
                <a:gd name="connsiteY4" fmla="*/ 0 h 3100336"/>
                <a:gd name="connsiteX5" fmla="*/ 1070716 w 1074883"/>
                <a:gd name="connsiteY5" fmla="*/ 479452 h 3100336"/>
                <a:gd name="connsiteX6" fmla="*/ 512614 w 1074883"/>
                <a:gd name="connsiteY6" fmla="*/ 479452 h 3100336"/>
                <a:gd name="connsiteX7" fmla="*/ 512614 w 1074883"/>
                <a:gd name="connsiteY7" fmla="*/ 1248417 h 3100336"/>
                <a:gd name="connsiteX8" fmla="*/ 950832 w 1074883"/>
                <a:gd name="connsiteY8" fmla="*/ 1248417 h 3100336"/>
                <a:gd name="connsiteX9" fmla="*/ 950832 w 1074883"/>
                <a:gd name="connsiteY9" fmla="*/ 1727956 h 3100336"/>
                <a:gd name="connsiteX10" fmla="*/ 512614 w 1074883"/>
                <a:gd name="connsiteY10" fmla="*/ 1727956 h 3100336"/>
                <a:gd name="connsiteX11" fmla="*/ 512614 w 1074883"/>
                <a:gd name="connsiteY11" fmla="*/ 2620798 h 3100336"/>
                <a:gd name="connsiteX12" fmla="*/ 1074883 w 1074883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883" h="3100336">
                  <a:moveTo>
                    <a:pt x="1074883" y="2620798"/>
                  </a:moveTo>
                  <a:lnTo>
                    <a:pt x="1074883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832" y="1248417"/>
                  </a:lnTo>
                  <a:lnTo>
                    <a:pt x="950832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883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D8D460A-14F6-4401-D092-8F196F99B36D}"/>
                </a:ext>
              </a:extLst>
            </p:cNvPr>
            <p:cNvSpPr/>
            <p:nvPr/>
          </p:nvSpPr>
          <p:spPr>
            <a:xfrm>
              <a:off x="7219148" y="41321"/>
              <a:ext cx="1388961" cy="3100423"/>
            </a:xfrm>
            <a:custGeom>
              <a:avLst/>
              <a:gdLst>
                <a:gd name="connsiteX0" fmla="*/ 512527 w 1388961"/>
                <a:gd name="connsiteY0" fmla="*/ 1504767 h 3100423"/>
                <a:gd name="connsiteX1" fmla="*/ 628245 w 1388961"/>
                <a:gd name="connsiteY1" fmla="*/ 1504767 h 3100423"/>
                <a:gd name="connsiteX2" fmla="*/ 814279 w 1388961"/>
                <a:gd name="connsiteY2" fmla="*/ 1260830 h 3100423"/>
                <a:gd name="connsiteX3" fmla="*/ 814279 w 1388961"/>
                <a:gd name="connsiteY3" fmla="*/ 719222 h 3100423"/>
                <a:gd name="connsiteX4" fmla="*/ 628245 w 1388961"/>
                <a:gd name="connsiteY4" fmla="*/ 479452 h 3100423"/>
                <a:gd name="connsiteX5" fmla="*/ 512527 w 1388961"/>
                <a:gd name="connsiteY5" fmla="*/ 479452 h 3100423"/>
                <a:gd name="connsiteX6" fmla="*/ 512527 w 1388961"/>
                <a:gd name="connsiteY6" fmla="*/ 1504680 h 3100423"/>
                <a:gd name="connsiteX7" fmla="*/ 851520 w 1388961"/>
                <a:gd name="connsiteY7" fmla="*/ 3100424 h 3100423"/>
                <a:gd name="connsiteX8" fmla="*/ 669653 w 1388961"/>
                <a:gd name="connsiteY8" fmla="*/ 1984306 h 3100423"/>
                <a:gd name="connsiteX9" fmla="*/ 512614 w 1388961"/>
                <a:gd name="connsiteY9" fmla="*/ 1984306 h 3100423"/>
                <a:gd name="connsiteX10" fmla="*/ 512614 w 1388961"/>
                <a:gd name="connsiteY10" fmla="*/ 3100424 h 3100423"/>
                <a:gd name="connsiteX11" fmla="*/ 0 w 1388961"/>
                <a:gd name="connsiteY11" fmla="*/ 3100424 h 3100423"/>
                <a:gd name="connsiteX12" fmla="*/ 0 w 1388961"/>
                <a:gd name="connsiteY12" fmla="*/ 0 h 3100423"/>
                <a:gd name="connsiteX13" fmla="*/ 628332 w 1388961"/>
                <a:gd name="connsiteY13" fmla="*/ 0 h 3100423"/>
                <a:gd name="connsiteX14" fmla="*/ 1331060 w 1388961"/>
                <a:gd name="connsiteY14" fmla="*/ 727556 h 3100423"/>
                <a:gd name="connsiteX15" fmla="*/ 1331060 w 1388961"/>
                <a:gd name="connsiteY15" fmla="*/ 1256663 h 3100423"/>
                <a:gd name="connsiteX16" fmla="*/ 1145026 w 1388961"/>
                <a:gd name="connsiteY16" fmla="*/ 1789938 h 3100423"/>
                <a:gd name="connsiteX17" fmla="*/ 1388962 w 1388961"/>
                <a:gd name="connsiteY17" fmla="*/ 3100337 h 3100423"/>
                <a:gd name="connsiteX18" fmla="*/ 851520 w 1388961"/>
                <a:gd name="connsiteY18" fmla="*/ 3100337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8961" h="3100423">
                  <a:moveTo>
                    <a:pt x="512527" y="1504767"/>
                  </a:moveTo>
                  <a:lnTo>
                    <a:pt x="628245" y="1504767"/>
                  </a:lnTo>
                  <a:cubicBezTo>
                    <a:pt x="756377" y="1504767"/>
                    <a:pt x="814279" y="1446864"/>
                    <a:pt x="814279" y="1260830"/>
                  </a:cubicBezTo>
                  <a:lnTo>
                    <a:pt x="814279" y="719222"/>
                  </a:lnTo>
                  <a:cubicBezTo>
                    <a:pt x="814279" y="541522"/>
                    <a:pt x="756464" y="479452"/>
                    <a:pt x="628245" y="479452"/>
                  </a:cubicBezTo>
                  <a:lnTo>
                    <a:pt x="512527" y="479452"/>
                  </a:lnTo>
                  <a:lnTo>
                    <a:pt x="512527" y="1504680"/>
                  </a:lnTo>
                  <a:close/>
                  <a:moveTo>
                    <a:pt x="851520" y="3100424"/>
                  </a:moveTo>
                  <a:lnTo>
                    <a:pt x="669653" y="1984306"/>
                  </a:lnTo>
                  <a:lnTo>
                    <a:pt x="512614" y="1984306"/>
                  </a:lnTo>
                  <a:lnTo>
                    <a:pt x="512614" y="3100424"/>
                  </a:lnTo>
                  <a:lnTo>
                    <a:pt x="0" y="3100424"/>
                  </a:lnTo>
                  <a:lnTo>
                    <a:pt x="0" y="0"/>
                  </a:lnTo>
                  <a:lnTo>
                    <a:pt x="628332" y="0"/>
                  </a:lnTo>
                  <a:cubicBezTo>
                    <a:pt x="1062382" y="0"/>
                    <a:pt x="1331060" y="268764"/>
                    <a:pt x="1331060" y="727556"/>
                  </a:cubicBezTo>
                  <a:lnTo>
                    <a:pt x="1331060" y="1256663"/>
                  </a:lnTo>
                  <a:cubicBezTo>
                    <a:pt x="1331060" y="1484019"/>
                    <a:pt x="1264911" y="1665886"/>
                    <a:pt x="1145026" y="1789938"/>
                  </a:cubicBezTo>
                  <a:lnTo>
                    <a:pt x="1388962" y="3100337"/>
                  </a:lnTo>
                  <a:lnTo>
                    <a:pt x="851520" y="310033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68CEAB1-53F6-99D3-BA30-373733D2507B}"/>
                </a:ext>
              </a:extLst>
            </p:cNvPr>
            <p:cNvSpPr/>
            <p:nvPr/>
          </p:nvSpPr>
          <p:spPr>
            <a:xfrm>
              <a:off x="8744402" y="41408"/>
              <a:ext cx="1074796" cy="3100336"/>
            </a:xfrm>
            <a:custGeom>
              <a:avLst/>
              <a:gdLst>
                <a:gd name="connsiteX0" fmla="*/ 1074796 w 1074796"/>
                <a:gd name="connsiteY0" fmla="*/ 2620798 h 3100336"/>
                <a:gd name="connsiteX1" fmla="*/ 1074796 w 1074796"/>
                <a:gd name="connsiteY1" fmla="*/ 3100337 h 3100336"/>
                <a:gd name="connsiteX2" fmla="*/ 0 w 1074796"/>
                <a:gd name="connsiteY2" fmla="*/ 3100337 h 3100336"/>
                <a:gd name="connsiteX3" fmla="*/ 0 w 1074796"/>
                <a:gd name="connsiteY3" fmla="*/ 0 h 3100336"/>
                <a:gd name="connsiteX4" fmla="*/ 1070716 w 1074796"/>
                <a:gd name="connsiteY4" fmla="*/ 0 h 3100336"/>
                <a:gd name="connsiteX5" fmla="*/ 1070716 w 1074796"/>
                <a:gd name="connsiteY5" fmla="*/ 479452 h 3100336"/>
                <a:gd name="connsiteX6" fmla="*/ 512614 w 1074796"/>
                <a:gd name="connsiteY6" fmla="*/ 479452 h 3100336"/>
                <a:gd name="connsiteX7" fmla="*/ 512614 w 1074796"/>
                <a:gd name="connsiteY7" fmla="*/ 1248417 h 3100336"/>
                <a:gd name="connsiteX8" fmla="*/ 950744 w 1074796"/>
                <a:gd name="connsiteY8" fmla="*/ 1248417 h 3100336"/>
                <a:gd name="connsiteX9" fmla="*/ 950744 w 1074796"/>
                <a:gd name="connsiteY9" fmla="*/ 1727956 h 3100336"/>
                <a:gd name="connsiteX10" fmla="*/ 512614 w 1074796"/>
                <a:gd name="connsiteY10" fmla="*/ 1727956 h 3100336"/>
                <a:gd name="connsiteX11" fmla="*/ 512614 w 1074796"/>
                <a:gd name="connsiteY11" fmla="*/ 2620798 h 3100336"/>
                <a:gd name="connsiteX12" fmla="*/ 1074796 w 1074796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796" h="3100336">
                  <a:moveTo>
                    <a:pt x="1074796" y="2620798"/>
                  </a:moveTo>
                  <a:lnTo>
                    <a:pt x="1074796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744" y="1248417"/>
                  </a:lnTo>
                  <a:lnTo>
                    <a:pt x="950744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796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aphique 7">
              <a:extLst>
                <a:ext uri="{FF2B5EF4-FFF2-40B4-BE49-F238E27FC236}">
                  <a16:creationId xmlns:a16="http://schemas.microsoft.com/office/drawing/2014/main" id="{A99B9251-9B9A-D6A1-65E5-DA8B4AD9D769}"/>
                </a:ext>
              </a:extLst>
            </p:cNvPr>
            <p:cNvGrpSpPr/>
            <p:nvPr/>
          </p:nvGrpSpPr>
          <p:grpSpPr>
            <a:xfrm>
              <a:off x="958402" y="41321"/>
              <a:ext cx="10369642" cy="6778655"/>
              <a:chOff x="958402" y="41321"/>
              <a:chExt cx="10369642" cy="6778655"/>
            </a:xfrm>
            <a:solidFill>
              <a:srgbClr val="FFFFFF"/>
            </a:solidFill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867A11-7B00-9BF7-7546-2EF15C1969D9}"/>
                  </a:ext>
                </a:extLst>
              </p:cNvPr>
              <p:cNvSpPr/>
              <p:nvPr/>
            </p:nvSpPr>
            <p:spPr>
              <a:xfrm>
                <a:off x="9992732" y="41321"/>
                <a:ext cx="1335312" cy="3100423"/>
              </a:xfrm>
              <a:custGeom>
                <a:avLst/>
                <a:gdLst>
                  <a:gd name="connsiteX0" fmla="*/ 661493 w 1335312"/>
                  <a:gd name="connsiteY0" fmla="*/ 479539 h 3100423"/>
                  <a:gd name="connsiteX1" fmla="*/ 512700 w 1335312"/>
                  <a:gd name="connsiteY1" fmla="*/ 479539 h 3100423"/>
                  <a:gd name="connsiteX2" fmla="*/ 512700 w 1335312"/>
                  <a:gd name="connsiteY2" fmla="*/ 2620885 h 3100423"/>
                  <a:gd name="connsiteX3" fmla="*/ 661493 w 1335312"/>
                  <a:gd name="connsiteY3" fmla="*/ 2620885 h 3100423"/>
                  <a:gd name="connsiteX4" fmla="*/ 818533 w 1335312"/>
                  <a:gd name="connsiteY4" fmla="*/ 2455511 h 3100423"/>
                  <a:gd name="connsiteX5" fmla="*/ 818533 w 1335312"/>
                  <a:gd name="connsiteY5" fmla="*/ 644912 h 3100423"/>
                  <a:gd name="connsiteX6" fmla="*/ 661493 w 1335312"/>
                  <a:gd name="connsiteY6" fmla="*/ 479539 h 3100423"/>
                  <a:gd name="connsiteX7" fmla="*/ 1335313 w 1335312"/>
                  <a:gd name="connsiteY7" fmla="*/ 644912 h 3100423"/>
                  <a:gd name="connsiteX8" fmla="*/ 1335313 w 1335312"/>
                  <a:gd name="connsiteY8" fmla="*/ 2455598 h 3100423"/>
                  <a:gd name="connsiteX9" fmla="*/ 661493 w 1335312"/>
                  <a:gd name="connsiteY9" fmla="*/ 3100424 h 3100423"/>
                  <a:gd name="connsiteX10" fmla="*/ 0 w 1335312"/>
                  <a:gd name="connsiteY10" fmla="*/ 3100424 h 3100423"/>
                  <a:gd name="connsiteX11" fmla="*/ 0 w 1335312"/>
                  <a:gd name="connsiteY11" fmla="*/ 0 h 3100423"/>
                  <a:gd name="connsiteX12" fmla="*/ 661493 w 1335312"/>
                  <a:gd name="connsiteY12" fmla="*/ 0 h 3100423"/>
                  <a:gd name="connsiteX13" fmla="*/ 1335313 w 1335312"/>
                  <a:gd name="connsiteY13" fmla="*/ 644826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5312" h="3100423">
                    <a:moveTo>
                      <a:pt x="661493" y="479539"/>
                    </a:moveTo>
                    <a:lnTo>
                      <a:pt x="512700" y="479539"/>
                    </a:lnTo>
                    <a:lnTo>
                      <a:pt x="512700" y="2620885"/>
                    </a:lnTo>
                    <a:lnTo>
                      <a:pt x="661493" y="2620885"/>
                    </a:lnTo>
                    <a:cubicBezTo>
                      <a:pt x="756550" y="2620885"/>
                      <a:pt x="818533" y="2558902"/>
                      <a:pt x="818533" y="2455511"/>
                    </a:cubicBezTo>
                    <a:lnTo>
                      <a:pt x="818533" y="644912"/>
                    </a:lnTo>
                    <a:cubicBezTo>
                      <a:pt x="818533" y="541608"/>
                      <a:pt x="756550" y="479539"/>
                      <a:pt x="661493" y="479539"/>
                    </a:cubicBezTo>
                    <a:moveTo>
                      <a:pt x="1335313" y="644912"/>
                    </a:moveTo>
                    <a:lnTo>
                      <a:pt x="1335313" y="2455598"/>
                    </a:lnTo>
                    <a:cubicBezTo>
                      <a:pt x="1335313" y="2831746"/>
                      <a:pt x="1062469" y="3100424"/>
                      <a:pt x="661493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61493" y="0"/>
                    </a:lnTo>
                    <a:cubicBezTo>
                      <a:pt x="1062469" y="0"/>
                      <a:pt x="1335313" y="268677"/>
                      <a:pt x="1335313" y="644826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CCA51507-C49C-2B7D-AE8A-7D7BDDD98BC5}"/>
                  </a:ext>
                </a:extLst>
              </p:cNvPr>
              <p:cNvSpPr/>
              <p:nvPr/>
            </p:nvSpPr>
            <p:spPr>
              <a:xfrm>
                <a:off x="958402" y="3719553"/>
                <a:ext cx="1347640" cy="3100423"/>
              </a:xfrm>
              <a:custGeom>
                <a:avLst/>
                <a:gdLst>
                  <a:gd name="connsiteX0" fmla="*/ 830860 w 1347640"/>
                  <a:gd name="connsiteY0" fmla="*/ 1860167 h 3100423"/>
                  <a:gd name="connsiteX1" fmla="*/ 673733 w 1347640"/>
                  <a:gd name="connsiteY1" fmla="*/ 1694881 h 3100423"/>
                  <a:gd name="connsiteX2" fmla="*/ 512527 w 1347640"/>
                  <a:gd name="connsiteY2" fmla="*/ 1694881 h 3100423"/>
                  <a:gd name="connsiteX3" fmla="*/ 512527 w 1347640"/>
                  <a:gd name="connsiteY3" fmla="*/ 2620798 h 3100423"/>
                  <a:gd name="connsiteX4" fmla="*/ 673733 w 1347640"/>
                  <a:gd name="connsiteY4" fmla="*/ 2620798 h 3100423"/>
                  <a:gd name="connsiteX5" fmla="*/ 830860 w 1347640"/>
                  <a:gd name="connsiteY5" fmla="*/ 2455425 h 3100423"/>
                  <a:gd name="connsiteX6" fmla="*/ 830860 w 1347640"/>
                  <a:gd name="connsiteY6" fmla="*/ 1860167 h 3100423"/>
                  <a:gd name="connsiteX7" fmla="*/ 512527 w 1347640"/>
                  <a:gd name="connsiteY7" fmla="*/ 479452 h 3100423"/>
                  <a:gd name="connsiteX8" fmla="*/ 512527 w 1347640"/>
                  <a:gd name="connsiteY8" fmla="*/ 1215342 h 3100423"/>
                  <a:gd name="connsiteX9" fmla="*/ 653073 w 1347640"/>
                  <a:gd name="connsiteY9" fmla="*/ 1215342 h 3100423"/>
                  <a:gd name="connsiteX10" fmla="*/ 810199 w 1347640"/>
                  <a:gd name="connsiteY10" fmla="*/ 1049968 h 3100423"/>
                  <a:gd name="connsiteX11" fmla="*/ 810199 w 1347640"/>
                  <a:gd name="connsiteY11" fmla="*/ 644826 h 3100423"/>
                  <a:gd name="connsiteX12" fmla="*/ 653073 w 1347640"/>
                  <a:gd name="connsiteY12" fmla="*/ 479452 h 3100423"/>
                  <a:gd name="connsiteX13" fmla="*/ 512527 w 1347640"/>
                  <a:gd name="connsiteY13" fmla="*/ 479452 h 3100423"/>
                  <a:gd name="connsiteX14" fmla="*/ 1347640 w 1347640"/>
                  <a:gd name="connsiteY14" fmla="*/ 1905743 h 3100423"/>
                  <a:gd name="connsiteX15" fmla="*/ 1347640 w 1347640"/>
                  <a:gd name="connsiteY15" fmla="*/ 2459678 h 3100423"/>
                  <a:gd name="connsiteX16" fmla="*/ 673820 w 1347640"/>
                  <a:gd name="connsiteY16" fmla="*/ 3100424 h 3100423"/>
                  <a:gd name="connsiteX17" fmla="*/ 0 w 1347640"/>
                  <a:gd name="connsiteY17" fmla="*/ 3100424 h 3100423"/>
                  <a:gd name="connsiteX18" fmla="*/ 0 w 1347640"/>
                  <a:gd name="connsiteY18" fmla="*/ 0 h 3100423"/>
                  <a:gd name="connsiteX19" fmla="*/ 653159 w 1347640"/>
                  <a:gd name="connsiteY19" fmla="*/ 0 h 3100423"/>
                  <a:gd name="connsiteX20" fmla="*/ 1326980 w 1347640"/>
                  <a:gd name="connsiteY20" fmla="*/ 644913 h 3100423"/>
                  <a:gd name="connsiteX21" fmla="*/ 1326980 w 1347640"/>
                  <a:gd name="connsiteY21" fmla="*/ 1004567 h 3100423"/>
                  <a:gd name="connsiteX22" fmla="*/ 1128532 w 1347640"/>
                  <a:gd name="connsiteY22" fmla="*/ 1446951 h 3100423"/>
                  <a:gd name="connsiteX23" fmla="*/ 1347640 w 1347640"/>
                  <a:gd name="connsiteY23" fmla="*/ 1905830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47640" h="3100423">
                    <a:moveTo>
                      <a:pt x="830860" y="1860167"/>
                    </a:moveTo>
                    <a:cubicBezTo>
                      <a:pt x="830860" y="1756863"/>
                      <a:pt x="768877" y="1694881"/>
                      <a:pt x="673733" y="1694881"/>
                    </a:cubicBezTo>
                    <a:lnTo>
                      <a:pt x="512527" y="1694881"/>
                    </a:lnTo>
                    <a:lnTo>
                      <a:pt x="512527" y="2620798"/>
                    </a:lnTo>
                    <a:lnTo>
                      <a:pt x="673733" y="2620798"/>
                    </a:lnTo>
                    <a:cubicBezTo>
                      <a:pt x="768877" y="2620798"/>
                      <a:pt x="830860" y="2558815"/>
                      <a:pt x="830860" y="2455425"/>
                    </a:cubicBezTo>
                    <a:lnTo>
                      <a:pt x="830860" y="1860167"/>
                    </a:lnTo>
                    <a:close/>
                    <a:moveTo>
                      <a:pt x="512527" y="479452"/>
                    </a:moveTo>
                    <a:lnTo>
                      <a:pt x="512527" y="1215342"/>
                    </a:lnTo>
                    <a:lnTo>
                      <a:pt x="653073" y="1215342"/>
                    </a:lnTo>
                    <a:cubicBezTo>
                      <a:pt x="748217" y="1215342"/>
                      <a:pt x="810199" y="1153360"/>
                      <a:pt x="810199" y="1049968"/>
                    </a:cubicBezTo>
                    <a:lnTo>
                      <a:pt x="810199" y="644826"/>
                    </a:lnTo>
                    <a:cubicBezTo>
                      <a:pt x="810199" y="541522"/>
                      <a:pt x="748217" y="479452"/>
                      <a:pt x="653073" y="479452"/>
                    </a:cubicBezTo>
                    <a:lnTo>
                      <a:pt x="512527" y="479452"/>
                    </a:lnTo>
                    <a:close/>
                    <a:moveTo>
                      <a:pt x="1347640" y="1905743"/>
                    </a:moveTo>
                    <a:lnTo>
                      <a:pt x="1347640" y="2459678"/>
                    </a:lnTo>
                    <a:cubicBezTo>
                      <a:pt x="1347640" y="2831659"/>
                      <a:pt x="1074796" y="3100424"/>
                      <a:pt x="673820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53159" y="0"/>
                    </a:lnTo>
                    <a:cubicBezTo>
                      <a:pt x="1054135" y="0"/>
                      <a:pt x="1326980" y="268677"/>
                      <a:pt x="1326980" y="644913"/>
                    </a:cubicBezTo>
                    <a:lnTo>
                      <a:pt x="1326980" y="1004567"/>
                    </a:lnTo>
                    <a:cubicBezTo>
                      <a:pt x="1326980" y="1182354"/>
                      <a:pt x="1256663" y="1339394"/>
                      <a:pt x="1128532" y="1446951"/>
                    </a:cubicBezTo>
                    <a:cubicBezTo>
                      <a:pt x="1269077" y="1550255"/>
                      <a:pt x="1347640" y="1711549"/>
                      <a:pt x="1347640" y="1905830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B10E9077-5B01-3BC3-EEEA-094623A7FA35}"/>
                </a:ext>
              </a:extLst>
            </p:cNvPr>
            <p:cNvSpPr/>
            <p:nvPr/>
          </p:nvSpPr>
          <p:spPr>
            <a:xfrm>
              <a:off x="2285295" y="3719553"/>
              <a:ext cx="1430370" cy="3100423"/>
            </a:xfrm>
            <a:custGeom>
              <a:avLst/>
              <a:gdLst>
                <a:gd name="connsiteX0" fmla="*/ 971492 w 1430370"/>
                <a:gd name="connsiteY0" fmla="*/ 2062783 h 3100423"/>
                <a:gd name="connsiteX1" fmla="*/ 971492 w 1430370"/>
                <a:gd name="connsiteY1" fmla="*/ 3100424 h 3100423"/>
                <a:gd name="connsiteX2" fmla="*/ 458878 w 1430370"/>
                <a:gd name="connsiteY2" fmla="*/ 3100424 h 3100423"/>
                <a:gd name="connsiteX3" fmla="*/ 458878 w 1430370"/>
                <a:gd name="connsiteY3" fmla="*/ 2079363 h 3100423"/>
                <a:gd name="connsiteX4" fmla="*/ 0 w 1430370"/>
                <a:gd name="connsiteY4" fmla="*/ 0 h 3100423"/>
                <a:gd name="connsiteX5" fmla="*/ 525028 w 1430370"/>
                <a:gd name="connsiteY5" fmla="*/ 0 h 3100423"/>
                <a:gd name="connsiteX6" fmla="*/ 723476 w 1430370"/>
                <a:gd name="connsiteY6" fmla="*/ 1264910 h 3100423"/>
                <a:gd name="connsiteX7" fmla="*/ 917757 w 1430370"/>
                <a:gd name="connsiteY7" fmla="*/ 0 h 3100423"/>
                <a:gd name="connsiteX8" fmla="*/ 1430370 w 1430370"/>
                <a:gd name="connsiteY8" fmla="*/ 0 h 3100423"/>
                <a:gd name="connsiteX9" fmla="*/ 971492 w 1430370"/>
                <a:gd name="connsiteY9" fmla="*/ 2062783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0370" h="3100423">
                  <a:moveTo>
                    <a:pt x="971492" y="2062783"/>
                  </a:moveTo>
                  <a:lnTo>
                    <a:pt x="971492" y="3100424"/>
                  </a:lnTo>
                  <a:lnTo>
                    <a:pt x="458878" y="3100424"/>
                  </a:lnTo>
                  <a:lnTo>
                    <a:pt x="458878" y="2079363"/>
                  </a:lnTo>
                  <a:lnTo>
                    <a:pt x="0" y="0"/>
                  </a:lnTo>
                  <a:lnTo>
                    <a:pt x="525028" y="0"/>
                  </a:lnTo>
                  <a:lnTo>
                    <a:pt x="723476" y="1264910"/>
                  </a:lnTo>
                  <a:lnTo>
                    <a:pt x="917757" y="0"/>
                  </a:lnTo>
                  <a:lnTo>
                    <a:pt x="1430370" y="0"/>
                  </a:lnTo>
                  <a:lnTo>
                    <a:pt x="971492" y="206278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63D56C57-1EAC-C3F2-5693-04860AF775D7}"/>
                </a:ext>
              </a:extLst>
            </p:cNvPr>
            <p:cNvSpPr/>
            <p:nvPr/>
          </p:nvSpPr>
          <p:spPr>
            <a:xfrm>
              <a:off x="4240606" y="3719553"/>
              <a:ext cx="1252583" cy="3100423"/>
            </a:xfrm>
            <a:custGeom>
              <a:avLst/>
              <a:gdLst>
                <a:gd name="connsiteX0" fmla="*/ 1252583 w 1252583"/>
                <a:gd name="connsiteY0" fmla="*/ 479539 h 3100423"/>
                <a:gd name="connsiteX1" fmla="*/ 880515 w 1252583"/>
                <a:gd name="connsiteY1" fmla="*/ 479539 h 3100423"/>
                <a:gd name="connsiteX2" fmla="*/ 880515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3 w 1252583"/>
                <a:gd name="connsiteY7" fmla="*/ 0 h 3100423"/>
                <a:gd name="connsiteX8" fmla="*/ 1252583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3" y="479539"/>
                  </a:moveTo>
                  <a:lnTo>
                    <a:pt x="880515" y="479539"/>
                  </a:lnTo>
                  <a:lnTo>
                    <a:pt x="880515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3" y="0"/>
                  </a:lnTo>
                  <a:lnTo>
                    <a:pt x="1252583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" name="Graphique 7">
              <a:extLst>
                <a:ext uri="{FF2B5EF4-FFF2-40B4-BE49-F238E27FC236}">
                  <a16:creationId xmlns:a16="http://schemas.microsoft.com/office/drawing/2014/main" id="{A3DA8161-3135-1E5C-3BEA-ECC952793A75}"/>
                </a:ext>
              </a:extLst>
            </p:cNvPr>
            <p:cNvGrpSpPr/>
            <p:nvPr/>
          </p:nvGrpSpPr>
          <p:grpSpPr>
            <a:xfrm>
              <a:off x="5629655" y="3678231"/>
              <a:ext cx="4299010" cy="3182980"/>
              <a:chOff x="5629655" y="3678231"/>
              <a:chExt cx="4299010" cy="3182980"/>
            </a:xfrm>
            <a:solidFill>
              <a:srgbClr val="FFFFFF"/>
            </a:solidFill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087F45F-E2C4-81AA-C870-28E47547511F}"/>
                  </a:ext>
                </a:extLst>
              </p:cNvPr>
              <p:cNvSpPr/>
              <p:nvPr/>
            </p:nvSpPr>
            <p:spPr>
              <a:xfrm>
                <a:off x="5629655" y="3719553"/>
                <a:ext cx="1388961" cy="3100423"/>
              </a:xfrm>
              <a:custGeom>
                <a:avLst/>
                <a:gdLst>
                  <a:gd name="connsiteX0" fmla="*/ 512527 w 1388961"/>
                  <a:gd name="connsiteY0" fmla="*/ 1504767 h 3100423"/>
                  <a:gd name="connsiteX1" fmla="*/ 628245 w 1388961"/>
                  <a:gd name="connsiteY1" fmla="*/ 1504767 h 3100423"/>
                  <a:gd name="connsiteX2" fmla="*/ 814279 w 1388961"/>
                  <a:gd name="connsiteY2" fmla="*/ 1260831 h 3100423"/>
                  <a:gd name="connsiteX3" fmla="*/ 814279 w 1388961"/>
                  <a:gd name="connsiteY3" fmla="*/ 719309 h 3100423"/>
                  <a:gd name="connsiteX4" fmla="*/ 628245 w 1388961"/>
                  <a:gd name="connsiteY4" fmla="*/ 479539 h 3100423"/>
                  <a:gd name="connsiteX5" fmla="*/ 512527 w 1388961"/>
                  <a:gd name="connsiteY5" fmla="*/ 479539 h 3100423"/>
                  <a:gd name="connsiteX6" fmla="*/ 512527 w 1388961"/>
                  <a:gd name="connsiteY6" fmla="*/ 1504767 h 3100423"/>
                  <a:gd name="connsiteX7" fmla="*/ 851520 w 1388961"/>
                  <a:gd name="connsiteY7" fmla="*/ 3100424 h 3100423"/>
                  <a:gd name="connsiteX8" fmla="*/ 669653 w 1388961"/>
                  <a:gd name="connsiteY8" fmla="*/ 1984306 h 3100423"/>
                  <a:gd name="connsiteX9" fmla="*/ 512614 w 1388961"/>
                  <a:gd name="connsiteY9" fmla="*/ 1984306 h 3100423"/>
                  <a:gd name="connsiteX10" fmla="*/ 512614 w 1388961"/>
                  <a:gd name="connsiteY10" fmla="*/ 3100424 h 3100423"/>
                  <a:gd name="connsiteX11" fmla="*/ 0 w 1388961"/>
                  <a:gd name="connsiteY11" fmla="*/ 3100424 h 3100423"/>
                  <a:gd name="connsiteX12" fmla="*/ 0 w 1388961"/>
                  <a:gd name="connsiteY12" fmla="*/ 0 h 3100423"/>
                  <a:gd name="connsiteX13" fmla="*/ 628331 w 1388961"/>
                  <a:gd name="connsiteY13" fmla="*/ 0 h 3100423"/>
                  <a:gd name="connsiteX14" fmla="*/ 1331059 w 1388961"/>
                  <a:gd name="connsiteY14" fmla="*/ 727556 h 3100423"/>
                  <a:gd name="connsiteX15" fmla="*/ 1331059 w 1388961"/>
                  <a:gd name="connsiteY15" fmla="*/ 1256663 h 3100423"/>
                  <a:gd name="connsiteX16" fmla="*/ 1145025 w 1388961"/>
                  <a:gd name="connsiteY16" fmla="*/ 1789938 h 3100423"/>
                  <a:gd name="connsiteX17" fmla="*/ 1388962 w 1388961"/>
                  <a:gd name="connsiteY17" fmla="*/ 3100337 h 3100423"/>
                  <a:gd name="connsiteX18" fmla="*/ 851520 w 1388961"/>
                  <a:gd name="connsiteY18" fmla="*/ 3100337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8961" h="3100423">
                    <a:moveTo>
                      <a:pt x="512527" y="1504767"/>
                    </a:moveTo>
                    <a:lnTo>
                      <a:pt x="628245" y="1504767"/>
                    </a:lnTo>
                    <a:cubicBezTo>
                      <a:pt x="756376" y="1504767"/>
                      <a:pt x="814279" y="1446865"/>
                      <a:pt x="814279" y="1260831"/>
                    </a:cubicBezTo>
                    <a:lnTo>
                      <a:pt x="814279" y="719309"/>
                    </a:lnTo>
                    <a:cubicBezTo>
                      <a:pt x="814279" y="541608"/>
                      <a:pt x="756463" y="479539"/>
                      <a:pt x="628245" y="479539"/>
                    </a:cubicBezTo>
                    <a:lnTo>
                      <a:pt x="512527" y="479539"/>
                    </a:lnTo>
                    <a:lnTo>
                      <a:pt x="512527" y="1504767"/>
                    </a:lnTo>
                    <a:close/>
                    <a:moveTo>
                      <a:pt x="851520" y="3100424"/>
                    </a:moveTo>
                    <a:lnTo>
                      <a:pt x="669653" y="1984306"/>
                    </a:lnTo>
                    <a:lnTo>
                      <a:pt x="512614" y="1984306"/>
                    </a:lnTo>
                    <a:lnTo>
                      <a:pt x="512614" y="3100424"/>
                    </a:lnTo>
                    <a:lnTo>
                      <a:pt x="0" y="3100424"/>
                    </a:lnTo>
                    <a:lnTo>
                      <a:pt x="0" y="0"/>
                    </a:lnTo>
                    <a:lnTo>
                      <a:pt x="628331" y="0"/>
                    </a:lnTo>
                    <a:cubicBezTo>
                      <a:pt x="1062382" y="0"/>
                      <a:pt x="1331059" y="268764"/>
                      <a:pt x="1331059" y="727556"/>
                    </a:cubicBezTo>
                    <a:lnTo>
                      <a:pt x="1331059" y="1256663"/>
                    </a:lnTo>
                    <a:cubicBezTo>
                      <a:pt x="1331059" y="1484019"/>
                      <a:pt x="1264910" y="1665973"/>
                      <a:pt x="1145025" y="1789938"/>
                    </a:cubicBezTo>
                    <a:lnTo>
                      <a:pt x="1388962" y="3100337"/>
                    </a:lnTo>
                    <a:lnTo>
                      <a:pt x="851520" y="310033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A33E4D8B-277D-DC89-A8CC-DC130076DF5C}"/>
                  </a:ext>
                </a:extLst>
              </p:cNvPr>
              <p:cNvSpPr/>
              <p:nvPr/>
            </p:nvSpPr>
            <p:spPr>
              <a:xfrm>
                <a:off x="7130168" y="3719553"/>
                <a:ext cx="1343560" cy="3137664"/>
              </a:xfrm>
              <a:custGeom>
                <a:avLst/>
                <a:gdLst>
                  <a:gd name="connsiteX0" fmla="*/ 1343474 w 1343560"/>
                  <a:gd name="connsiteY0" fmla="*/ 0 h 3137664"/>
                  <a:gd name="connsiteX1" fmla="*/ 1343474 w 1343560"/>
                  <a:gd name="connsiteY1" fmla="*/ 2492753 h 3137664"/>
                  <a:gd name="connsiteX2" fmla="*/ 673820 w 1343560"/>
                  <a:gd name="connsiteY2" fmla="*/ 3137665 h 3137664"/>
                  <a:gd name="connsiteX3" fmla="*/ 0 w 1343560"/>
                  <a:gd name="connsiteY3" fmla="*/ 2492753 h 3137664"/>
                  <a:gd name="connsiteX4" fmla="*/ 0 w 1343560"/>
                  <a:gd name="connsiteY4" fmla="*/ 0 h 3137664"/>
                  <a:gd name="connsiteX5" fmla="*/ 516694 w 1343560"/>
                  <a:gd name="connsiteY5" fmla="*/ 0 h 3137664"/>
                  <a:gd name="connsiteX6" fmla="*/ 516694 w 1343560"/>
                  <a:gd name="connsiteY6" fmla="*/ 2492753 h 3137664"/>
                  <a:gd name="connsiteX7" fmla="*/ 673820 w 1343560"/>
                  <a:gd name="connsiteY7" fmla="*/ 2658126 h 3137664"/>
                  <a:gd name="connsiteX8" fmla="*/ 826780 w 1343560"/>
                  <a:gd name="connsiteY8" fmla="*/ 2492753 h 3137664"/>
                  <a:gd name="connsiteX9" fmla="*/ 826780 w 1343560"/>
                  <a:gd name="connsiteY9" fmla="*/ 0 h 3137664"/>
                  <a:gd name="connsiteX10" fmla="*/ 1343561 w 1343560"/>
                  <a:gd name="connsiteY10" fmla="*/ 0 h 313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3560" h="3137664">
                    <a:moveTo>
                      <a:pt x="1343474" y="0"/>
                    </a:moveTo>
                    <a:lnTo>
                      <a:pt x="1343474" y="2492753"/>
                    </a:lnTo>
                    <a:cubicBezTo>
                      <a:pt x="1343474" y="2868901"/>
                      <a:pt x="1070629" y="3137665"/>
                      <a:pt x="673820" y="3137665"/>
                    </a:cubicBezTo>
                    <a:cubicBezTo>
                      <a:pt x="277011" y="3137665"/>
                      <a:pt x="0" y="2868901"/>
                      <a:pt x="0" y="2492753"/>
                    </a:cubicBezTo>
                    <a:lnTo>
                      <a:pt x="0" y="0"/>
                    </a:lnTo>
                    <a:lnTo>
                      <a:pt x="516694" y="0"/>
                    </a:lnTo>
                    <a:lnTo>
                      <a:pt x="516694" y="2492753"/>
                    </a:lnTo>
                    <a:cubicBezTo>
                      <a:pt x="516694" y="2596057"/>
                      <a:pt x="578676" y="2658126"/>
                      <a:pt x="673820" y="2658126"/>
                    </a:cubicBezTo>
                    <a:cubicBezTo>
                      <a:pt x="768964" y="2658126"/>
                      <a:pt x="826780" y="2596057"/>
                      <a:pt x="826780" y="2492753"/>
                    </a:cubicBezTo>
                    <a:lnTo>
                      <a:pt x="826780" y="0"/>
                    </a:lnTo>
                    <a:lnTo>
                      <a:pt x="1343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14F64B9-ED9F-D3B8-B477-AE5E557B8767}"/>
                  </a:ext>
                </a:extLst>
              </p:cNvPr>
              <p:cNvSpPr/>
              <p:nvPr/>
            </p:nvSpPr>
            <p:spPr>
              <a:xfrm>
                <a:off x="8634761" y="3678231"/>
                <a:ext cx="1293904" cy="3182980"/>
              </a:xfrm>
              <a:custGeom>
                <a:avLst/>
                <a:gdLst>
                  <a:gd name="connsiteX0" fmla="*/ 777211 w 1293904"/>
                  <a:gd name="connsiteY0" fmla="*/ 1033475 h 3182980"/>
                  <a:gd name="connsiteX1" fmla="*/ 777211 w 1293904"/>
                  <a:gd name="connsiteY1" fmla="*/ 624165 h 3182980"/>
                  <a:gd name="connsiteX2" fmla="*/ 644912 w 1293904"/>
                  <a:gd name="connsiteY2" fmla="*/ 479452 h 3182980"/>
                  <a:gd name="connsiteX3" fmla="*/ 512614 w 1293904"/>
                  <a:gd name="connsiteY3" fmla="*/ 624165 h 3182980"/>
                  <a:gd name="connsiteX4" fmla="*/ 512614 w 1293904"/>
                  <a:gd name="connsiteY4" fmla="*/ 872181 h 3182980"/>
                  <a:gd name="connsiteX5" fmla="*/ 835027 w 1293904"/>
                  <a:gd name="connsiteY5" fmla="*/ 1339307 h 3182980"/>
                  <a:gd name="connsiteX6" fmla="*/ 1293905 w 1293904"/>
                  <a:gd name="connsiteY6" fmla="*/ 2104017 h 3182980"/>
                  <a:gd name="connsiteX7" fmla="*/ 1293905 w 1293904"/>
                  <a:gd name="connsiteY7" fmla="*/ 2542235 h 3182980"/>
                  <a:gd name="connsiteX8" fmla="*/ 644912 w 1293904"/>
                  <a:gd name="connsiteY8" fmla="*/ 3182980 h 3182980"/>
                  <a:gd name="connsiteX9" fmla="*/ 0 w 1293904"/>
                  <a:gd name="connsiteY9" fmla="*/ 2542235 h 3182980"/>
                  <a:gd name="connsiteX10" fmla="*/ 0 w 1293904"/>
                  <a:gd name="connsiteY10" fmla="*/ 2149506 h 3182980"/>
                  <a:gd name="connsiteX11" fmla="*/ 508534 w 1293904"/>
                  <a:gd name="connsiteY11" fmla="*/ 2149506 h 3182980"/>
                  <a:gd name="connsiteX12" fmla="*/ 508534 w 1293904"/>
                  <a:gd name="connsiteY12" fmla="*/ 2554649 h 3182980"/>
                  <a:gd name="connsiteX13" fmla="*/ 644912 w 1293904"/>
                  <a:gd name="connsiteY13" fmla="*/ 2703441 h 3182980"/>
                  <a:gd name="connsiteX14" fmla="*/ 781291 w 1293904"/>
                  <a:gd name="connsiteY14" fmla="*/ 2554649 h 3182980"/>
                  <a:gd name="connsiteX15" fmla="*/ 781291 w 1293904"/>
                  <a:gd name="connsiteY15" fmla="*/ 2219822 h 3182980"/>
                  <a:gd name="connsiteX16" fmla="*/ 458878 w 1293904"/>
                  <a:gd name="connsiteY16" fmla="*/ 1711375 h 3182980"/>
                  <a:gd name="connsiteX17" fmla="*/ 4167 w 1293904"/>
                  <a:gd name="connsiteY17" fmla="*/ 946578 h 3182980"/>
                  <a:gd name="connsiteX18" fmla="*/ 4167 w 1293904"/>
                  <a:gd name="connsiteY18" fmla="*/ 644826 h 3182980"/>
                  <a:gd name="connsiteX19" fmla="*/ 644912 w 1293904"/>
                  <a:gd name="connsiteY19" fmla="*/ 0 h 3182980"/>
                  <a:gd name="connsiteX20" fmla="*/ 1289825 w 1293904"/>
                  <a:gd name="connsiteY20" fmla="*/ 644826 h 3182980"/>
                  <a:gd name="connsiteX21" fmla="*/ 1289825 w 1293904"/>
                  <a:gd name="connsiteY21" fmla="*/ 1033475 h 3182980"/>
                  <a:gd name="connsiteX22" fmla="*/ 777211 w 1293904"/>
                  <a:gd name="connsiteY22" fmla="*/ 1033475 h 318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3904" h="3182980">
                    <a:moveTo>
                      <a:pt x="777211" y="1033475"/>
                    </a:moveTo>
                    <a:lnTo>
                      <a:pt x="777211" y="624165"/>
                    </a:lnTo>
                    <a:cubicBezTo>
                      <a:pt x="777211" y="533188"/>
                      <a:pt x="723475" y="479452"/>
                      <a:pt x="644912" y="479452"/>
                    </a:cubicBezTo>
                    <a:cubicBezTo>
                      <a:pt x="570516" y="479452"/>
                      <a:pt x="512614" y="533188"/>
                      <a:pt x="512614" y="624165"/>
                    </a:cubicBezTo>
                    <a:lnTo>
                      <a:pt x="512614" y="872181"/>
                    </a:lnTo>
                    <a:cubicBezTo>
                      <a:pt x="512614" y="1062383"/>
                      <a:pt x="545688" y="1107784"/>
                      <a:pt x="835027" y="1339307"/>
                    </a:cubicBezTo>
                    <a:cubicBezTo>
                      <a:pt x="1219509" y="1645225"/>
                      <a:pt x="1293905" y="1835340"/>
                      <a:pt x="1293905" y="2104017"/>
                    </a:cubicBezTo>
                    <a:lnTo>
                      <a:pt x="1293905" y="2542235"/>
                    </a:lnTo>
                    <a:cubicBezTo>
                      <a:pt x="1293905" y="2955625"/>
                      <a:pt x="1029308" y="3182980"/>
                      <a:pt x="644912" y="3182980"/>
                    </a:cubicBezTo>
                    <a:cubicBezTo>
                      <a:pt x="260517" y="3182980"/>
                      <a:pt x="0" y="2955625"/>
                      <a:pt x="0" y="2542235"/>
                    </a:cubicBezTo>
                    <a:lnTo>
                      <a:pt x="0" y="2149506"/>
                    </a:lnTo>
                    <a:lnTo>
                      <a:pt x="508534" y="2149506"/>
                    </a:lnTo>
                    <a:lnTo>
                      <a:pt x="508534" y="2554649"/>
                    </a:lnTo>
                    <a:cubicBezTo>
                      <a:pt x="508534" y="2649706"/>
                      <a:pt x="570516" y="2703441"/>
                      <a:pt x="644912" y="2703441"/>
                    </a:cubicBezTo>
                    <a:cubicBezTo>
                      <a:pt x="723475" y="2703441"/>
                      <a:pt x="781291" y="2649706"/>
                      <a:pt x="781291" y="2554649"/>
                    </a:cubicBezTo>
                    <a:lnTo>
                      <a:pt x="781291" y="2219822"/>
                    </a:lnTo>
                    <a:cubicBezTo>
                      <a:pt x="781291" y="1971805"/>
                      <a:pt x="719309" y="1926317"/>
                      <a:pt x="458878" y="1711375"/>
                    </a:cubicBezTo>
                    <a:cubicBezTo>
                      <a:pt x="70316" y="1388962"/>
                      <a:pt x="4167" y="1231836"/>
                      <a:pt x="4167" y="946578"/>
                    </a:cubicBezTo>
                    <a:lnTo>
                      <a:pt x="4167" y="644826"/>
                    </a:lnTo>
                    <a:cubicBezTo>
                      <a:pt x="4167" y="252097"/>
                      <a:pt x="264597" y="0"/>
                      <a:pt x="644912" y="0"/>
                    </a:cubicBezTo>
                    <a:cubicBezTo>
                      <a:pt x="1025227" y="0"/>
                      <a:pt x="1289825" y="252184"/>
                      <a:pt x="1289825" y="644826"/>
                    </a:cubicBezTo>
                    <a:lnTo>
                      <a:pt x="1289825" y="1033475"/>
                    </a:lnTo>
                    <a:lnTo>
                      <a:pt x="777211" y="103347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F6F4775-2EC2-9DAA-7A99-600AABE53602}"/>
                </a:ext>
              </a:extLst>
            </p:cNvPr>
            <p:cNvSpPr/>
            <p:nvPr/>
          </p:nvSpPr>
          <p:spPr>
            <a:xfrm>
              <a:off x="10023810" y="3719553"/>
              <a:ext cx="1252583" cy="3100423"/>
            </a:xfrm>
            <a:custGeom>
              <a:avLst/>
              <a:gdLst>
                <a:gd name="connsiteX0" fmla="*/ 1252584 w 1252583"/>
                <a:gd name="connsiteY0" fmla="*/ 479539 h 3100423"/>
                <a:gd name="connsiteX1" fmla="*/ 880516 w 1252583"/>
                <a:gd name="connsiteY1" fmla="*/ 479539 h 3100423"/>
                <a:gd name="connsiteX2" fmla="*/ 880516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4 w 1252583"/>
                <a:gd name="connsiteY7" fmla="*/ 0 h 3100423"/>
                <a:gd name="connsiteX8" fmla="*/ 1252584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4" y="479539"/>
                  </a:moveTo>
                  <a:lnTo>
                    <a:pt x="880516" y="479539"/>
                  </a:lnTo>
                  <a:lnTo>
                    <a:pt x="880516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4" y="0"/>
                  </a:lnTo>
                  <a:lnTo>
                    <a:pt x="1252584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5945650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96782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80312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 userDrawn="1"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 userDrawn="1"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 userDrawn="1"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 userDrawn="1"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 userDrawn="1"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 userDrawn="1"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7445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3557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3576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763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6786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27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 userDrawn="1"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 userDrawn="1"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0490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 userDrawn="1"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511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19043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39132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 userDrawn="1"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 userDrawn="1"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 userDrawn="1"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 userDrawn="1"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 userDrawn="1"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 userDrawn="1"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309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8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6722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0651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3607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190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 userDrawn="1"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 userDrawn="1"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9803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 userDrawn="1"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571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78237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94187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 userDrawn="1"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 userDrawn="1"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 userDrawn="1"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 userDrawn="1"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 userDrawn="1"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 userDrawn="1"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0738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2554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894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7804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1390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4036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 userDrawn="1"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 userDrawn="1"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697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 userDrawn="1"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0441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theme" Target="../theme/theme2.xml"/><Relationship Id="rId12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theme" Target="../theme/theme3.xml"/><Relationship Id="rId12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8644A0-C985-36DE-D0B8-5E695771CD6B}"/>
              </a:ext>
            </a:extLst>
          </p:cNvPr>
          <p:cNvGrpSpPr/>
          <p:nvPr userDrawn="1"/>
        </p:nvGrpSpPr>
        <p:grpSpPr>
          <a:xfrm>
            <a:off x="-2143714" y="4560451"/>
            <a:ext cx="1885826" cy="2297549"/>
            <a:chOff x="2689543" y="1651754"/>
            <a:chExt cx="1885826" cy="2297549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D50DB8-8BF3-238F-D814-409662D37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63F829-0459-B7C4-A126-966BCB780174}"/>
                </a:ext>
              </a:extLst>
            </p:cNvPr>
            <p:cNvSpPr/>
            <p:nvPr/>
          </p:nvSpPr>
          <p:spPr>
            <a:xfrm>
              <a:off x="2689543" y="2010311"/>
              <a:ext cx="1885826" cy="193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le pied</a:t>
              </a:r>
              <a:b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 page :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insérer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en-tête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et 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Sélectionner « Numéro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de diapositive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Écrire le texte souhaité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dans la case « 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Cliquez sur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« Appliquer partout »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68AE6CF-9862-0F5F-728C-0631D070149D}"/>
              </a:ext>
            </a:extLst>
          </p:cNvPr>
          <p:cNvGrpSpPr/>
          <p:nvPr userDrawn="1"/>
        </p:nvGrpSpPr>
        <p:grpSpPr>
          <a:xfrm>
            <a:off x="12428629" y="5022115"/>
            <a:ext cx="1885826" cy="1835885"/>
            <a:chOff x="2689543" y="1651754"/>
            <a:chExt cx="1885826" cy="183588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8305751-EDA3-0F33-0128-7955F49D00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951789-1DCB-8DCE-276B-A4A787CD72A3}"/>
                </a:ext>
              </a:extLst>
            </p:cNvPr>
            <p:cNvSpPr/>
            <p:nvPr/>
          </p:nvSpPr>
          <p:spPr>
            <a:xfrm>
              <a:off x="2689543" y="2010311"/>
              <a:ext cx="1885826" cy="14773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footer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“insert”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“Header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&amp; Footer”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Check the “Slide number”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Write the desired text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in the "Footer“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“Apply to all”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E2D5D567-CB1C-D480-EDC3-8DA36A1CD36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7573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734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ransition>
    <p:fade/>
  </p:transition>
  <p:hf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8644A0-C985-36DE-D0B8-5E695771CD6B}"/>
              </a:ext>
            </a:extLst>
          </p:cNvPr>
          <p:cNvGrpSpPr/>
          <p:nvPr userDrawn="1"/>
        </p:nvGrpSpPr>
        <p:grpSpPr>
          <a:xfrm>
            <a:off x="-2143714" y="4560451"/>
            <a:ext cx="1885826" cy="2297549"/>
            <a:chOff x="2689543" y="1651754"/>
            <a:chExt cx="1885826" cy="2297549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D50DB8-8BF3-238F-D814-409662D37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63F829-0459-B7C4-A126-966BCB780174}"/>
                </a:ext>
              </a:extLst>
            </p:cNvPr>
            <p:cNvSpPr/>
            <p:nvPr/>
          </p:nvSpPr>
          <p:spPr>
            <a:xfrm>
              <a:off x="2689543" y="2010311"/>
              <a:ext cx="1885826" cy="193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le pied</a:t>
              </a:r>
              <a:b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 page :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insérer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en-tête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et 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Sélectionner « Numéro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de diapositive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Écrire le texte souhaité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dans la case « 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Cliquez sur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« Appliquer partout »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68AE6CF-9862-0F5F-728C-0631D070149D}"/>
              </a:ext>
            </a:extLst>
          </p:cNvPr>
          <p:cNvGrpSpPr/>
          <p:nvPr userDrawn="1"/>
        </p:nvGrpSpPr>
        <p:grpSpPr>
          <a:xfrm>
            <a:off x="12428629" y="5022115"/>
            <a:ext cx="1885826" cy="1835885"/>
            <a:chOff x="2689543" y="1651754"/>
            <a:chExt cx="1885826" cy="183588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8305751-EDA3-0F33-0128-7955F49D00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951789-1DCB-8DCE-276B-A4A787CD72A3}"/>
                </a:ext>
              </a:extLst>
            </p:cNvPr>
            <p:cNvSpPr/>
            <p:nvPr/>
          </p:nvSpPr>
          <p:spPr>
            <a:xfrm>
              <a:off x="2689543" y="2010311"/>
              <a:ext cx="1885826" cy="14773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footer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“insert”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“Header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&amp; Footer”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Check the “Slide number”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Write the desired text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in the "Footer“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“Apply to all”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A00032CC-143E-D204-32D5-3926FDD99D0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646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</p:sldLayoutIdLst>
  <p:transition>
    <p:fade/>
  </p:transition>
  <p:hf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8644A0-C985-36DE-D0B8-5E695771CD6B}"/>
              </a:ext>
            </a:extLst>
          </p:cNvPr>
          <p:cNvGrpSpPr/>
          <p:nvPr userDrawn="1"/>
        </p:nvGrpSpPr>
        <p:grpSpPr>
          <a:xfrm>
            <a:off x="-2143714" y="4560451"/>
            <a:ext cx="1885826" cy="2297549"/>
            <a:chOff x="2689543" y="1651754"/>
            <a:chExt cx="1885826" cy="2297549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D50DB8-8BF3-238F-D814-409662D37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63F829-0459-B7C4-A126-966BCB780174}"/>
                </a:ext>
              </a:extLst>
            </p:cNvPr>
            <p:cNvSpPr/>
            <p:nvPr/>
          </p:nvSpPr>
          <p:spPr>
            <a:xfrm>
              <a:off x="2689543" y="2010311"/>
              <a:ext cx="1885826" cy="193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le pied</a:t>
              </a:r>
              <a:b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 page :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insérer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en-tête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et 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Sélectionner « Numéro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de diapositive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Écrire le texte souhaité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dans la case « 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Cliquez sur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« Appliquer partout »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68AE6CF-9862-0F5F-728C-0631D070149D}"/>
              </a:ext>
            </a:extLst>
          </p:cNvPr>
          <p:cNvGrpSpPr/>
          <p:nvPr userDrawn="1"/>
        </p:nvGrpSpPr>
        <p:grpSpPr>
          <a:xfrm>
            <a:off x="12428629" y="5022115"/>
            <a:ext cx="1885826" cy="1835885"/>
            <a:chOff x="2689543" y="1651754"/>
            <a:chExt cx="1885826" cy="183588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8305751-EDA3-0F33-0128-7955F49D00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951789-1DCB-8DCE-276B-A4A787CD72A3}"/>
                </a:ext>
              </a:extLst>
            </p:cNvPr>
            <p:cNvSpPr/>
            <p:nvPr/>
          </p:nvSpPr>
          <p:spPr>
            <a:xfrm>
              <a:off x="2689543" y="2010311"/>
              <a:ext cx="1885826" cy="14773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footer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“insert”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“Header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&amp; Footer”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Check the “Slide number”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Write the desired text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in the "Footer“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“Apply to all”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16A28BAD-5511-3272-4A59-401ED67944E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9444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transition>
    <p:fade/>
  </p:transition>
  <p:hf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8644A0-C985-36DE-D0B8-5E695771CD6B}"/>
              </a:ext>
            </a:extLst>
          </p:cNvPr>
          <p:cNvGrpSpPr/>
          <p:nvPr userDrawn="1"/>
        </p:nvGrpSpPr>
        <p:grpSpPr>
          <a:xfrm>
            <a:off x="-2143714" y="4560451"/>
            <a:ext cx="1885826" cy="2297549"/>
            <a:chOff x="2689543" y="1651754"/>
            <a:chExt cx="1885826" cy="2297549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D50DB8-8BF3-238F-D814-409662D37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63F829-0459-B7C4-A126-966BCB780174}"/>
                </a:ext>
              </a:extLst>
            </p:cNvPr>
            <p:cNvSpPr/>
            <p:nvPr/>
          </p:nvSpPr>
          <p:spPr>
            <a:xfrm>
              <a:off x="2689543" y="2010311"/>
              <a:ext cx="1885826" cy="193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le pied</a:t>
              </a:r>
              <a:b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 page :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insérer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en-tête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et 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Sélectionner « Numéro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de diapositive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Écrire le texte souhaité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dans la case « 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Cliquez sur 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« Appliquer partout »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68AE6CF-9862-0F5F-728C-0631D070149D}"/>
              </a:ext>
            </a:extLst>
          </p:cNvPr>
          <p:cNvGrpSpPr/>
          <p:nvPr userDrawn="1"/>
        </p:nvGrpSpPr>
        <p:grpSpPr>
          <a:xfrm>
            <a:off x="12428629" y="5022115"/>
            <a:ext cx="1885826" cy="1835885"/>
            <a:chOff x="2689543" y="1651754"/>
            <a:chExt cx="1885826" cy="183588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8305751-EDA3-0F33-0128-7955F49D00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951789-1DCB-8DCE-276B-A4A787CD72A3}"/>
                </a:ext>
              </a:extLst>
            </p:cNvPr>
            <p:cNvSpPr/>
            <p:nvPr/>
          </p:nvSpPr>
          <p:spPr>
            <a:xfrm>
              <a:off x="2689543" y="2010311"/>
              <a:ext cx="1885826" cy="14773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footer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“insert”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“Header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&amp; Footer”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Check the “Slide number”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Write the desired text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in the "Footer“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“Apply to all”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5E210F0C-307B-E96A-19C9-07560902865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011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</p:sldLayoutIdLst>
  <p:transition>
    <p:fade/>
  </p:transition>
  <p:hf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27.png"/><Relationship Id="rId6" Type="http://schemas.openxmlformats.org/officeDocument/2006/relationships/image" Target="../media/image4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31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2.png"/><Relationship Id="rId4" Type="http://schemas.openxmlformats.org/officeDocument/2006/relationships/image" Target="../media/image50.png"/><Relationship Id="rId5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58E2571-FE6B-1555-4685-62A4D6852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Bilan Communication DSI</a:t>
            </a:r>
          </a:p>
          <a:p>
            <a:r>
              <a:rPr lang="en-GB">
                <a:solidFill>
                  <a:srgbClr val="8FC1EE"/>
                </a:solidFill>
              </a:rPr>
              <a:t>S1 2026</a:t>
            </a:r>
          </a:p>
        </p:txBody>
      </p:sp>
    </p:spTree>
    <p:extLst>
      <p:ext uri="{BB962C8B-B14F-4D97-AF65-F5344CB8AC3E}">
        <p14:creationId xmlns:p14="http://schemas.microsoft.com/office/powerpoint/2010/main" val="181082486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76110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Bilan S1 2026 : nos réalisations par axe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91672" cy="1645920"/>
          </a:xfrm>
          <a:prstGeom prst="roundRect">
            <a:avLst>
              <a:gd name="adj" fmla="val 10666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011680" cy="1645920"/>
          </a:xfrm>
          <a:prstGeom prst="roundRect">
            <a:avLst>
              <a:gd name="adj" fmla="val 10666"/>
            </a:avLst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13232" y="167335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y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51" y="1806671"/>
            <a:ext cx="227136" cy="227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1143000"/>
            <a:ext cx="118872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Visibilité &amp; attractivité DSI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4432" y="153619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2400" b="0" i="0">
                <a:solidFill>
                  <a:srgbClr val="3B87CC"/>
                </a:solidFill>
                <a:latin typeface="Segoe UI Black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20116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D7B8D"/>
                </a:solidFill>
              </a:rPr>
              <a:t>contenus publiés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9192" y="118872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788920" y="1280160"/>
            <a:ext cx="292608" cy="292608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ti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924" y="1359164"/>
            <a:ext cx="134599" cy="1345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54680" y="1280160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Articles Insite</a:t>
            </a:r>
            <a:r>
              <a:rPr sz="900" b="1" i="0">
                <a:solidFill>
                  <a:srgbClr val="3B87CC"/>
                </a:solidFill>
              </a:rPr>
              <a:t>  +12 en cours</a:t>
            </a:r>
          </a:p>
        </p:txBody>
      </p:sp>
      <p:pic>
        <p:nvPicPr>
          <p:cNvPr id="17" name="Picture 16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1664207"/>
            <a:ext cx="155448" cy="1554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63240" y="1627631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Mohamed Chérif · portrait</a:t>
            </a:r>
          </a:p>
        </p:txBody>
      </p:sp>
      <p:pic>
        <p:nvPicPr>
          <p:cNvPr id="19" name="Picture 18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1911095"/>
            <a:ext cx="155448" cy="1554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63240" y="1874519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Internalisation</a:t>
            </a:r>
          </a:p>
        </p:txBody>
      </p:sp>
      <p:pic>
        <p:nvPicPr>
          <p:cNvPr id="21" name="Picture 20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2157984"/>
            <a:ext cx="155448" cy="1554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63240" y="212140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François Moraine · 3 questions</a:t>
            </a:r>
          </a:p>
        </p:txBody>
      </p:sp>
      <p:pic>
        <p:nvPicPr>
          <p:cNvPr id="23" name="Picture 22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96" y="2404872"/>
            <a:ext cx="155448" cy="1554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63240" y="236829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Kévin Guignan · actu métier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5232" y="1188720"/>
            <a:ext cx="28346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394960" y="1280160"/>
            <a:ext cx="292608" cy="292608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inked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964" y="1359164"/>
            <a:ext cx="134599" cy="1345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60720" y="12801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Posts LinkedIn</a:t>
            </a:r>
            <a:r>
              <a:rPr sz="900" b="1" i="0">
                <a:solidFill>
                  <a:srgbClr val="3B87CC"/>
                </a:solidFill>
              </a:rPr>
              <a:t>  +5 en cours</a:t>
            </a:r>
          </a:p>
        </p:txBody>
      </p:sp>
      <p:pic>
        <p:nvPicPr>
          <p:cNvPr id="29" name="Picture 28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664207"/>
            <a:ext cx="155448" cy="155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0" y="1627631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Sinan &amp; Manel · Safran Propulsion</a:t>
            </a:r>
          </a:p>
        </p:txBody>
      </p:sp>
      <p:pic>
        <p:nvPicPr>
          <p:cNvPr id="31" name="Picture 30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911095"/>
            <a:ext cx="155448" cy="1554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0" y="1874519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IS Celebration 2026</a:t>
            </a:r>
          </a:p>
        </p:txBody>
      </p:sp>
      <p:pic>
        <p:nvPicPr>
          <p:cNvPr id="33" name="Picture 32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2157984"/>
            <a:ext cx="155448" cy="1554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0" y="21214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Jean-Yves Faurois</a:t>
            </a:r>
          </a:p>
        </p:txBody>
      </p:sp>
      <p:pic>
        <p:nvPicPr>
          <p:cNvPr id="35" name="Picture 34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2404872"/>
            <a:ext cx="155448" cy="155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69280" y="236829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Cyber Mois SAE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11312" y="1188720"/>
            <a:ext cx="1993392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321040" y="1280160"/>
            <a:ext cx="292608" cy="292608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re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044" y="1359164"/>
            <a:ext cx="134599" cy="1345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86800" y="1280160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Événements externes</a:t>
            </a:r>
            <a:r>
              <a:rPr sz="900" b="1" i="0">
                <a:solidFill>
                  <a:srgbClr val="3B87CC"/>
                </a:solidFill>
              </a:rPr>
              <a:t/>
            </a:r>
          </a:p>
        </p:txBody>
      </p:sp>
      <p:pic>
        <p:nvPicPr>
          <p:cNvPr id="41" name="Picture 40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664207"/>
            <a:ext cx="155448" cy="1554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95360" y="1627631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AWS Summit 26</a:t>
            </a:r>
          </a:p>
        </p:txBody>
      </p:sp>
      <p:pic>
        <p:nvPicPr>
          <p:cNvPr id="43" name="Picture 42" descr="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11095"/>
            <a:ext cx="155448" cy="1554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95360" y="1874519"/>
            <a:ext cx="15361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>Agile Day 26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283464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548640" y="283464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159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713232" y="29535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mile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551" y="3086831"/>
            <a:ext cx="227136" cy="22713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25880" y="28803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Expérience utilisateurs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4432" y="281635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2400" b="0" i="0">
                <a:solidFill>
                  <a:srgbClr val="E07B00"/>
                </a:solidFill>
                <a:latin typeface="Segoe UI Black"/>
              </a:rPr>
              <a:t>XX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14432" y="32918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E07B00"/>
                </a:solidFill>
              </a:rPr>
              <a:t>de satisfaction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9192" y="2926080"/>
            <a:ext cx="2447544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788920" y="304495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hart_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2861" y="3128893"/>
            <a:ext cx="143012" cy="14301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182112" y="2962656"/>
            <a:ext cx="1880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Enquête de satisfaction</a:t>
            </a:r>
          </a:p>
          <a:p>
            <a:pPr algn="l"/>
            <a:r>
              <a:rPr sz="900" b="0" i="0">
                <a:solidFill>
                  <a:srgbClr val="7D7B8D"/>
                </a:solidFill>
              </a:rPr>
              <a:t>IS Celebration DSI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18176" y="2926080"/>
            <a:ext cx="2447544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327904" y="304495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mail_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1845" y="3128893"/>
            <a:ext cx="143012" cy="14301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721096" y="2962656"/>
            <a:ext cx="1880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Nouveaux templates</a:t>
            </a:r>
          </a:p>
          <a:p>
            <a:pPr algn="l"/>
            <a:r>
              <a:rPr sz="900" b="0" i="0">
                <a:solidFill>
                  <a:srgbClr val="7D7B8D"/>
                </a:solidFill>
              </a:rPr>
              <a:t>mails DSI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57160" y="2926080"/>
            <a:ext cx="2447544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7866888" y="304495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coffee_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0829" y="3128893"/>
            <a:ext cx="143012" cy="14301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260080" y="2962656"/>
            <a:ext cx="1880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Lounge IT</a:t>
            </a:r>
          </a:p>
          <a:p>
            <a:pPr algn="l"/>
            <a:r>
              <a:rPr sz="900" b="0" i="0">
                <a:solidFill>
                  <a:srgbClr val="7D7B8D"/>
                </a:solidFill>
              </a:rPr>
              <a:t>accompagnement comm'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365760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548640" y="36576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713232" y="37764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heart_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551" y="3909791"/>
            <a:ext cx="227136" cy="22713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325880" y="370332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Embarquement équipes DSI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14432" y="363931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2400" b="0" i="0">
                <a:solidFill>
                  <a:srgbClr val="112753"/>
                </a:solidFill>
                <a:latin typeface="Segoe UI Black"/>
              </a:rPr>
              <a:t>15+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14432" y="41148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D7B8D"/>
                </a:solidFill>
              </a:rPr>
              <a:t>séminaires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679192" y="3749039"/>
            <a:ext cx="143195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2788920" y="386791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event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2861" y="3951853"/>
            <a:ext cx="143012" cy="14301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182112" y="3785615"/>
            <a:ext cx="86502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2753"/>
                </a:solidFill>
              </a:rPr>
              <a:t>IS Celebration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02582" y="3749039"/>
            <a:ext cx="143195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4312310" y="386791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seminar_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6252" y="3951853"/>
            <a:ext cx="143012" cy="14301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705502" y="3785615"/>
            <a:ext cx="86502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2753"/>
                </a:solidFill>
              </a:rPr>
              <a:t>Séminaires DSI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725972" y="3749039"/>
            <a:ext cx="143195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5835700" y="386791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video_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9642" y="3951853"/>
            <a:ext cx="143012" cy="14301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228892" y="3785615"/>
            <a:ext cx="86502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2753"/>
                </a:solidFill>
              </a:rPr>
              <a:t>Revue ITM Teams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49363" y="3749039"/>
            <a:ext cx="143195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7359091" y="386791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sparkle_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3033" y="3951853"/>
            <a:ext cx="143012" cy="14301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752283" y="3785615"/>
            <a:ext cx="86502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2753"/>
                </a:solidFill>
              </a:rPr>
              <a:t>Fil d'actu Vie DSI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772753" y="3749039"/>
            <a:ext cx="143195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8882481" y="386791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calendar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66423" y="3951853"/>
            <a:ext cx="143012" cy="14301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275673" y="3785615"/>
            <a:ext cx="86502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12753"/>
                </a:solidFill>
              </a:rPr>
              <a:t>Plénière de sept.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8640" y="448056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548640" y="448056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0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13232" y="459943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rocket_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551" y="4732751"/>
            <a:ext cx="227136" cy="22713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325880" y="45262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Projets DSI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14432" y="446227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2400" b="0" i="0">
                <a:solidFill>
                  <a:srgbClr val="E09A00"/>
                </a:solidFill>
                <a:latin typeface="Segoe UI Black"/>
              </a:rP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14432" y="49377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D7B8D"/>
                </a:solidFill>
              </a:rPr>
              <a:t>demandes traitées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79192" y="4572000"/>
            <a:ext cx="752551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2788920" y="469087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hub_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72861" y="4774813"/>
            <a:ext cx="143012" cy="143012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3182112" y="4608576"/>
            <a:ext cx="695858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Hub de la Comm' DSI</a:t>
            </a:r>
          </a:p>
          <a:p>
            <a:pPr algn="l"/>
            <a:r>
              <a:rPr sz="900" b="0" i="0">
                <a:solidFill>
                  <a:srgbClr val="7D7B8D"/>
                </a:solidFill>
              </a:rPr>
              <a:t>Captation, priorisation et livraison des demandes des équipes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8640" y="530352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548640" y="530352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B82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713232" y="5422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brief_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6551" y="5555711"/>
            <a:ext cx="227136" cy="227136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325880" y="534924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Communication</a:t>
            </a:r>
          </a:p>
          <a:p>
            <a:pPr algn="l"/>
            <a:r>
              <a:rPr sz="1150" b="1" i="0">
                <a:solidFill>
                  <a:srgbClr val="FFFFFF"/>
                </a:solidFill>
              </a:rPr>
              <a:t>RH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14432" y="528523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2400" b="0" i="0">
                <a:solidFill>
                  <a:srgbClr val="B8236A"/>
                </a:solidFill>
                <a:latin typeface="Segoe UI Black"/>
              </a:rPr>
              <a:t>220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14432" y="57607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D7B8D"/>
                </a:solidFill>
              </a:rPr>
              <a:t>recrutements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679192" y="5394960"/>
            <a:ext cx="3717036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2788920" y="551383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recruit_m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72861" y="5597773"/>
            <a:ext cx="143012" cy="143012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182112" y="5431536"/>
            <a:ext cx="31501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Campagne LinkedIn « La DSI recrute 2026 »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487668" y="5394960"/>
            <a:ext cx="3717036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6597396" y="5513832"/>
            <a:ext cx="310896" cy="310896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door_m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1337" y="5597773"/>
            <a:ext cx="143012" cy="14301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990588" y="5431536"/>
            <a:ext cx="31501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12753"/>
                </a:solidFill>
              </a:rPr>
              <a:t>Welcome Day RH DSI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semestre en chiffres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691640"/>
            <a:ext cx="594360" cy="59436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ti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57" y="1852117"/>
            <a:ext cx="273405" cy="2734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2860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12753"/>
                </a:solidFill>
                <a:latin typeface="Segoe UI Black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8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articles publiés</a:t>
            </a:r>
          </a:p>
          <a:p>
            <a:pPr algn="l"/>
            <a:r>
              <a:rPr sz="1100" b="0" i="0">
                <a:solidFill>
                  <a:srgbClr val="7D7B8D"/>
                </a:solidFill>
              </a:rPr>
              <a:t>+12 en cours de rédaction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63440" y="1691640"/>
            <a:ext cx="594360" cy="59436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nked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17" y="1852117"/>
            <a:ext cx="273405" cy="2734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63440" y="22860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12753"/>
                </a:solidFill>
                <a:latin typeface="Segoe UI Blac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90088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posts LinkedIn</a:t>
            </a:r>
          </a:p>
          <a:p>
            <a:pPr algn="l"/>
            <a:r>
              <a:rPr sz="1100" b="0" i="0">
                <a:solidFill>
                  <a:srgbClr val="7D7B8D"/>
                </a:solidFill>
              </a:rPr>
              <a:t>+5 en préparation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520440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58200" y="1691640"/>
            <a:ext cx="594360" cy="59436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ven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677" y="1852117"/>
            <a:ext cx="273405" cy="2734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22860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E07B00"/>
                </a:solidFill>
                <a:latin typeface="Segoe UI Black"/>
              </a:rPr>
              <a:t>XXX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990088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participants IS Celebration 2026</a:t>
            </a:r>
          </a:p>
          <a:p>
            <a:pPr algn="l"/>
            <a:r>
              <a:rPr sz="1100" b="0" i="1">
                <a:solidFill>
                  <a:srgbClr val="E07B00"/>
                </a:solidFill>
              </a:rPr>
              <a:t>chiffre à compléter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59"/>
            <a:ext cx="3520440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68680" y="4069079"/>
            <a:ext cx="594360" cy="59436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hu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157" y="4229557"/>
            <a:ext cx="273405" cy="27340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46634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12753"/>
                </a:solidFill>
                <a:latin typeface="Segoe UI Black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67527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demandes traitées</a:t>
            </a:r>
          </a:p>
          <a:p>
            <a:pPr algn="l"/>
            <a:r>
              <a:rPr sz="1100" b="0" i="0">
                <a:solidFill>
                  <a:srgbClr val="7D7B8D"/>
                </a:solidFill>
              </a:rPr>
              <a:t>via le Hub de la Comm' DSI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94759"/>
            <a:ext cx="3520440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663440" y="4069079"/>
            <a:ext cx="594360" cy="59436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emin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917" y="4229557"/>
            <a:ext cx="273405" cy="27340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63440" y="46634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12753"/>
                </a:solidFill>
                <a:latin typeface="Segoe UI Black"/>
              </a:rPr>
              <a:t>15+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367527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séminaires accompagnés</a:t>
            </a:r>
          </a:p>
          <a:p>
            <a:pPr algn="l"/>
            <a:r>
              <a:rPr sz="1100" b="0" i="0">
                <a:solidFill>
                  <a:srgbClr val="7D7B8D"/>
                </a:solidFill>
              </a:rPr>
              <a:t>divisions, managers, direction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94759"/>
            <a:ext cx="3520440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458200" y="4069079"/>
            <a:ext cx="594360" cy="59436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ecrui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677" y="4229557"/>
            <a:ext cx="273405" cy="27340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58200" y="466344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12753"/>
                </a:solidFill>
                <a:latin typeface="Segoe UI Black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367527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recrutements portés</a:t>
            </a:r>
          </a:p>
          <a:p>
            <a:pPr algn="l"/>
            <a:r>
              <a:rPr sz="1100" b="0" i="0">
                <a:solidFill>
                  <a:srgbClr val="7D7B8D"/>
                </a:solidFill>
              </a:rPr>
              <a:t>campagne LinkedIn « La DSI recrute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Contenus éditoriaux : la DSI se raconte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4480560"/>
          </a:xfrm>
          <a:prstGeom prst="roundRect">
            <a:avLst>
              <a:gd name="adj" fmla="val 4923"/>
            </a:avLst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ti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" y="1968245"/>
            <a:ext cx="315468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65176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articles publiés au 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2834640" cy="777240"/>
          </a:xfrm>
          <a:prstGeom prst="roundRect">
            <a:avLst>
              <a:gd name="adj" fmla="val 12000"/>
            </a:avLst>
          </a:prstGeom>
          <a:solidFill>
            <a:srgbClr val="014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 Black"/>
              </a:rPr>
              <a:t>+12 </a:t>
            </a:r>
            <a:r>
              <a:rPr sz="1300" b="0" i="0">
                <a:solidFill>
                  <a:srgbClr val="DCE8F5"/>
                </a:solidFill>
              </a:rPr>
              <a:t>articles en cours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7205472" cy="91440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2" y="1748332"/>
            <a:ext cx="252374" cy="2523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0679" y="15727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Internalisation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19202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Article sur l'internalisation à la DSI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25712" y="170078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25712" y="170078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14491"/>
                </a:solidFill>
              </a:rPr>
              <a:t>Article Insite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606040"/>
            <a:ext cx="7205472" cy="91440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663440" y="27889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ic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572" y="2937052"/>
            <a:ext cx="252374" cy="2523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40679" y="27614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Mohamed Chérif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79" y="31089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PLM · MES · CNUM, interview Insite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2" y="288950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25712" y="288950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14491"/>
                </a:solidFill>
              </a:rPr>
              <a:t>Portrait métier · février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794760"/>
            <a:ext cx="7205472" cy="91440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663440" y="39776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tar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572" y="4125772"/>
            <a:ext cx="252374" cy="25237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40679" y="39502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François Moraine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79" y="42976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Format 3 questions, Insite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25712" y="407822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25712" y="407822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14491"/>
                </a:solidFill>
              </a:rPr>
              <a:t>Portrait métier · mai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983480"/>
            <a:ext cx="7205472" cy="91440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663440" y="5166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en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572" y="5314492"/>
            <a:ext cx="252374" cy="25237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40679" y="51389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Kévin Guignan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54864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PLM · MES · CNUM, interview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2" y="5266944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25712" y="5266944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14491"/>
                </a:solidFill>
              </a:rPr>
              <a:t>Actu métier Insite DSI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LinkedIn : une DSI plus visible à l'externe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017520" cy="4480560"/>
          </a:xfrm>
          <a:prstGeom prst="roundRect">
            <a:avLst>
              <a:gd name="adj" fmla="val 5818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014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nked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66" y="1968245"/>
            <a:ext cx="315468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6517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8000" b="0" i="0">
                <a:solidFill>
                  <a:srgbClr val="112753"/>
                </a:solidFill>
                <a:latin typeface="Segoe UI Black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12753"/>
                </a:solidFill>
              </a:rPr>
              <a:t>posts publiés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3B87CC"/>
                </a:solidFill>
                <a:latin typeface="Segoe UI Black"/>
              </a:rPr>
              <a:t>+5 </a:t>
            </a:r>
            <a:r>
              <a:rPr sz="1300" b="0" i="0">
                <a:solidFill>
                  <a:srgbClr val="474E67"/>
                </a:solidFill>
              </a:rPr>
              <a:t>posts en préparation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799831" cy="2103120"/>
          </a:xfrm>
          <a:prstGeom prst="roundRect">
            <a:avLst>
              <a:gd name="adj" fmla="val 8347"/>
            </a:avLst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206240" y="17373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06240" y="173736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DERNIER PARTAGE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24028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Sinan &amp; Manel à l'honneur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78892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8F5"/>
                </a:solidFill>
              </a:rPr>
              <a:t>Publié le 15 octobre sur le compte officiel Safran Propulsion : deux talents de la DSI mis en lumière</a:t>
            </a:r>
          </a:p>
        </p:txBody>
      </p:sp>
      <p:sp>
        <p:nvSpPr>
          <p:cNvPr id="17" name="Oval 16"/>
          <p:cNvSpPr/>
          <p:nvPr/>
        </p:nvSpPr>
        <p:spPr>
          <a:xfrm>
            <a:off x="10222992" y="1828800"/>
            <a:ext cx="1051560" cy="1051560"/>
          </a:xfrm>
          <a:prstGeom prst="ellipse">
            <a:avLst/>
          </a:prstGeom>
          <a:solidFill>
            <a:srgbClr val="014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6913" y="2112721"/>
            <a:ext cx="483717" cy="48371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40480" y="3794760"/>
            <a:ext cx="2417064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114800" y="40690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hield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932" y="4217212"/>
            <a:ext cx="252374" cy="2523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0" y="4800600"/>
            <a:ext cx="19598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Cyber Mois SAE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66360"/>
            <a:ext cx="19598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Sensibilisation cyber sur les sites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1863" y="3794760"/>
            <a:ext cx="2417064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806183" y="40690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vent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316" y="4217212"/>
            <a:ext cx="252374" cy="25237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06183" y="4800600"/>
            <a:ext cx="19598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IS Celebration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6183" y="5166360"/>
            <a:ext cx="19598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Retour sur la plénière DSI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3248" y="3794760"/>
            <a:ext cx="2417064" cy="2103120"/>
          </a:xfrm>
          <a:prstGeom prst="roundRect">
            <a:avLst>
              <a:gd name="adj" fmla="val 8347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497568" y="40690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ic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5700" y="4217212"/>
            <a:ext cx="252374" cy="25237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7568" y="4800600"/>
            <a:ext cx="19598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Jean-Yves Faurois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7568" y="5166360"/>
            <a:ext cx="19598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Post publié au S1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Celebration 2026 : le rendez-vous du collectif DSI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14344" cy="2743200"/>
          </a:xfrm>
          <a:prstGeom prst="roundRect">
            <a:avLst>
              <a:gd name="adj" fmla="val 6400"/>
            </a:avLst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940052" y="1691640"/>
            <a:ext cx="731520" cy="73152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mina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562" y="1889150"/>
            <a:ext cx="336499" cy="3364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51460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Black"/>
              </a:rPr>
              <a:t>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148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participants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3148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B85C"/>
                </a:solidFill>
              </a:rPr>
              <a:t>chiffre à compléter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1417320"/>
            <a:ext cx="3514344" cy="2743200"/>
          </a:xfrm>
          <a:prstGeom prst="roundRect">
            <a:avLst>
              <a:gd name="adj" fmla="val 6400"/>
            </a:avLst>
          </a:prstGeom>
          <a:solidFill>
            <a:srgbClr val="014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728716" y="1691640"/>
            <a:ext cx="731520" cy="73152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mi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26" y="1889150"/>
            <a:ext cx="336499" cy="3364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0184" y="251460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Black"/>
              </a:rPr>
              <a:t>XX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0184" y="3429000"/>
            <a:ext cx="3148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de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0184" y="3767328"/>
            <a:ext cx="3148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B85C"/>
                </a:solidFill>
              </a:rPr>
              <a:t>chiffre à compléter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5968" y="1417320"/>
            <a:ext cx="3514344" cy="2743200"/>
          </a:xfrm>
          <a:prstGeom prst="roundRect">
            <a:avLst>
              <a:gd name="adj" fmla="val 64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517380" y="1691640"/>
            <a:ext cx="731520" cy="73152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890" y="1889150"/>
            <a:ext cx="336499" cy="3364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8847" y="2514600"/>
            <a:ext cx="31485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i="0">
                <a:solidFill>
                  <a:srgbClr val="112753"/>
                </a:solidFill>
                <a:latin typeface="Segoe UI Black"/>
              </a:rPr>
              <a:t>9/10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8847" y="3429000"/>
            <a:ext cx="3148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112753"/>
                </a:solidFill>
              </a:rPr>
              <a:t>satisfaction 2025, notre référence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lendar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" y="4674412"/>
            <a:ext cx="252374" cy="2523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80160" y="4498848"/>
            <a:ext cx="2737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Une plénière pour toute la DSI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46320"/>
            <a:ext cx="2737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Préparée et orchestrée par la comm' DSI</a:t>
            </a:r>
          </a:p>
        </p:txBody>
      </p:sp>
      <p:sp>
        <p:nvSpPr>
          <p:cNvPr id="27" name="Oval 26"/>
          <p:cNvSpPr/>
          <p:nvPr/>
        </p:nvSpPr>
        <p:spPr>
          <a:xfrm>
            <a:off x="4337304" y="4526280"/>
            <a:ext cx="548640" cy="548640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inkedin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436" y="4674412"/>
            <a:ext cx="252374" cy="25237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68824" y="4498848"/>
            <a:ext cx="2737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Relais LinkedIn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8824" y="4846320"/>
            <a:ext cx="2737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Post dédié pour prolonger l'événement à l'externe</a:t>
            </a:r>
          </a:p>
        </p:txBody>
      </p:sp>
      <p:sp>
        <p:nvSpPr>
          <p:cNvPr id="31" name="Oval 30"/>
          <p:cNvSpPr/>
          <p:nvPr/>
        </p:nvSpPr>
        <p:spPr>
          <a:xfrm>
            <a:off x="8125968" y="4526280"/>
            <a:ext cx="548640" cy="548640"/>
          </a:xfrm>
          <a:prstGeom prst="ellipse">
            <a:avLst/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100" y="4674412"/>
            <a:ext cx="252374" cy="25237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57488" y="4498848"/>
            <a:ext cx="2737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Enquête de satisfaction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7488" y="4846320"/>
            <a:ext cx="2737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Diffusée aux participants pour mesurer l'impact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Animer le collectif et accompagner les équipes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08676" cy="1298448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746503"/>
            <a:ext cx="640080" cy="64008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81" y="1919325"/>
            <a:ext cx="294436" cy="2944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508760"/>
            <a:ext cx="1600200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12753"/>
                </a:solidFill>
                <a:latin typeface="Segoe UI Black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239115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Hub de la Comm' DSI</a:t>
            </a:r>
          </a:p>
          <a:p>
            <a:pPr algn="l"/>
            <a:r>
              <a:rPr sz="1200" b="0" i="0">
                <a:solidFill>
                  <a:srgbClr val="7D7B8D"/>
                </a:solidFill>
              </a:rPr>
              <a:t>Demandes des équipes captées, priorisées et livrées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417320"/>
            <a:ext cx="5408676" cy="1298448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505955" y="1746503"/>
            <a:ext cx="640080" cy="64008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emin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7" y="1919325"/>
            <a:ext cx="294436" cy="2944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74636" y="1508760"/>
            <a:ext cx="1600200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12753"/>
                </a:solidFill>
                <a:latin typeface="Segoe UI Black"/>
              </a:rPr>
              <a:t>15+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0555" y="1508760"/>
            <a:ext cx="239115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Séminaires DSI</a:t>
            </a:r>
          </a:p>
          <a:p>
            <a:pPr algn="l"/>
            <a:r>
              <a:rPr sz="1200" b="0" i="0">
                <a:solidFill>
                  <a:srgbClr val="7D7B8D"/>
                </a:solidFill>
              </a:rPr>
              <a:t>Divisions, managers, départements et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90088"/>
            <a:ext cx="5408676" cy="1298448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959" y="3319272"/>
            <a:ext cx="640080" cy="64008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crui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1" y="3492093"/>
            <a:ext cx="294436" cy="2944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3081528"/>
            <a:ext cx="1600200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12753"/>
                </a:solidFill>
                <a:latin typeface="Segoe UI Black"/>
              </a:rPr>
              <a:t>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081528"/>
            <a:ext cx="239115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« La DSI recrute »</a:t>
            </a:r>
          </a:p>
          <a:p>
            <a:pPr algn="l"/>
            <a:r>
              <a:rPr sz="1200" b="0" i="0">
                <a:solidFill>
                  <a:srgbClr val="7D7B8D"/>
                </a:solidFill>
              </a:rPr>
              <a:t>Campagne LinkedIn au service des recrutements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2990088"/>
            <a:ext cx="5408676" cy="1298448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05955" y="3319272"/>
            <a:ext cx="640080" cy="64008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deo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77" y="3492093"/>
            <a:ext cx="294436" cy="2944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74636" y="3081528"/>
            <a:ext cx="1600200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12753"/>
                </a:solidFill>
                <a:latin typeface="Segoe UI Black"/>
              </a:rPr>
              <a:t>4×/an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0555" y="3081528"/>
            <a:ext cx="239115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Revue ITM</a:t>
            </a:r>
          </a:p>
          <a:p>
            <a:pPr algn="l"/>
            <a:r>
              <a:rPr sz="1200" b="0" i="0">
                <a:solidFill>
                  <a:srgbClr val="7D7B8D"/>
                </a:solidFill>
              </a:rPr>
              <a:t>Organisation et animation sur Teams, en présentiel chaque trimestre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62856"/>
            <a:ext cx="5408676" cy="1298448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22959" y="4892040"/>
            <a:ext cx="640080" cy="64008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park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81" y="5064861"/>
            <a:ext cx="294436" cy="2944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91640" y="4654296"/>
            <a:ext cx="1600200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12753"/>
                </a:solidFill>
                <a:latin typeface="Segoe UI Black"/>
              </a:rPr>
              <a:t>Fil d'actu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654296"/>
            <a:ext cx="239115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Vie de la DSI</a:t>
            </a:r>
          </a:p>
          <a:p>
            <a:pPr algn="l"/>
            <a:r>
              <a:rPr sz="1200" b="0" i="0">
                <a:solidFill>
                  <a:srgbClr val="7D7B8D"/>
                </a:solidFill>
              </a:rPr>
              <a:t>Tips &amp; Tricks, posts Teams, nouveaux arrivants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1636" y="4562856"/>
            <a:ext cx="5408676" cy="1298448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505955" y="4892040"/>
            <a:ext cx="640080" cy="64008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hiel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8777" y="5064861"/>
            <a:ext cx="294436" cy="2944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74636" y="4654296"/>
            <a:ext cx="1600200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12753"/>
                </a:solidFill>
                <a:latin typeface="Segoe UI Black"/>
              </a:rPr>
              <a:t>Cyber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0555" y="4654296"/>
            <a:ext cx="239115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753"/>
                </a:solidFill>
              </a:rPr>
              <a:t>Campagne Cyber</a:t>
            </a:r>
          </a:p>
          <a:p>
            <a:pPr algn="l"/>
            <a:r>
              <a:rPr sz="1200" b="0" i="0">
                <a:solidFill>
                  <a:srgbClr val="7D7B8D"/>
                </a:solidFill>
              </a:rPr>
              <a:t>Événements sur les sites SAE pendant le Cyber Mois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 sur le S2 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DQPTD / DSI / Bilan Communication S1 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Connector 5"/>
          <p:cNvCxnSpPr/>
          <p:nvPr/>
        </p:nvCxnSpPr>
        <p:spPr>
          <a:xfrm>
            <a:off x="1832229" y="1965960"/>
            <a:ext cx="8524494" cy="0"/>
          </a:xfrm>
          <a:prstGeom prst="line">
            <a:avLst/>
          </a:prstGeom>
          <a:ln w="38100">
            <a:solidFill>
              <a:srgbClr val="DCE8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20749" y="1554480"/>
            <a:ext cx="822960" cy="82296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lenda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48" y="177667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325880"/>
            <a:ext cx="25671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10105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10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87CC"/>
                </a:solidFill>
              </a:rPr>
              <a:t>SEPT.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210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Plénière DSI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21099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Portraits vidéo Thomas Beaujard &amp; Romain Couderc</a:t>
            </a:r>
          </a:p>
        </p:txBody>
      </p:sp>
      <p:sp>
        <p:nvSpPr>
          <p:cNvPr id="14" name="Oval 13"/>
          <p:cNvSpPr/>
          <p:nvPr/>
        </p:nvSpPr>
        <p:spPr>
          <a:xfrm>
            <a:off x="4262247" y="1554480"/>
            <a:ext cx="822960" cy="82296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446" y="1776679"/>
            <a:ext cx="378561" cy="3785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90138" y="1325880"/>
            <a:ext cx="25671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10105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18738" y="2880360"/>
            <a:ext cx="210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87CC"/>
                </a:solidFill>
              </a:rPr>
              <a:t>OCT.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8738" y="3200400"/>
            <a:ext cx="210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Cyber Mois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3611880"/>
            <a:ext cx="21099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Campagne cyber sur les sites SAE</a:t>
            </a:r>
          </a:p>
        </p:txBody>
      </p:sp>
      <p:sp>
        <p:nvSpPr>
          <p:cNvPr id="21" name="Oval 20"/>
          <p:cNvSpPr/>
          <p:nvPr/>
        </p:nvSpPr>
        <p:spPr>
          <a:xfrm>
            <a:off x="7103745" y="1554480"/>
            <a:ext cx="822960" cy="822960"/>
          </a:xfrm>
          <a:prstGeom prst="ellipse">
            <a:avLst/>
          </a:prstGeom>
          <a:solidFill>
            <a:srgbClr val="112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ideo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944" y="1776679"/>
            <a:ext cx="378561" cy="3785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1636" y="1325880"/>
            <a:ext cx="25671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10105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60236" y="2880360"/>
            <a:ext cx="210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87CC"/>
                </a:solidFill>
              </a:rPr>
              <a:t>NOV.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0236" y="3200400"/>
            <a:ext cx="210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Portrait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0236" y="3611880"/>
            <a:ext cx="21099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Portrait vidéo Thomas Floure (Insite + LinkedIn)</a:t>
            </a:r>
          </a:p>
        </p:txBody>
      </p:sp>
      <p:sp>
        <p:nvSpPr>
          <p:cNvPr id="28" name="Oval 27"/>
          <p:cNvSpPr/>
          <p:nvPr/>
        </p:nvSpPr>
        <p:spPr>
          <a:xfrm>
            <a:off x="9945243" y="1554480"/>
            <a:ext cx="822960" cy="822960"/>
          </a:xfrm>
          <a:prstGeom prst="ellipse">
            <a:avLst/>
          </a:prstGeom>
          <a:solidFill>
            <a:srgbClr val="3B8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442" y="1776679"/>
            <a:ext cx="378561" cy="37856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73134" y="1325880"/>
            <a:ext cx="25671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10105"/>
            </a:avLst>
          </a:prstGeom>
          <a:solidFill>
            <a:srgbClr val="EF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301734" y="2880360"/>
            <a:ext cx="2109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87CC"/>
                </a:solidFill>
              </a:rPr>
              <a:t>DÉC.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1734" y="3200400"/>
            <a:ext cx="210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12753"/>
                </a:solidFill>
              </a:rPr>
              <a:t>Vœux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1734" y="3611880"/>
            <a:ext cx="21099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D7B8D"/>
                </a:solidFill>
              </a:rPr>
              <a:t>Vidéo de vœux de François Moraine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753"/>
                </a:solidFill>
              </a:rPr>
              <a:t>En parallèle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66360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5166360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14491"/>
                </a:solidFill>
              </a:rPr>
              <a:t>Agile Day 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11095" y="5166360"/>
            <a:ext cx="13030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911095" y="5166360"/>
            <a:ext cx="13030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14491"/>
                </a:solidFill>
              </a:rPr>
              <a:t>AWS Summit 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1276" y="5166360"/>
            <a:ext cx="23134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351276" y="5166360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14491"/>
                </a:solidFill>
              </a:rPr>
              <a:t>Upgrade du Hub de la Comm'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01868" y="5166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801868" y="5166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14491"/>
                </a:solidFill>
              </a:rPr>
              <a:t>Nouveaux templates mails DSI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07908" y="5166360"/>
            <a:ext cx="277977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407908" y="5166360"/>
            <a:ext cx="27797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14491"/>
                </a:solidFill>
              </a:rPr>
              <a:t>Enquête de satisfaction Comm DSI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623560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48640" y="5623560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14491"/>
                </a:solidFill>
              </a:rPr>
              <a:t>Welcome Day RH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">
  <a:themeElements>
    <a:clrScheme name="Personnalisé 35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CORPORATE">
  <a:themeElements>
    <a:clrScheme name="safran template pink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EB3986"/>
      </a:accent1>
      <a:accent2>
        <a:srgbClr val="C31E4B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CORPORATE">
  <a:themeElements>
    <a:clrScheme name="Safran template orang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FFB600"/>
      </a:accent1>
      <a:accent2>
        <a:srgbClr val="FF7800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3_CORPORATE">
  <a:themeElements>
    <a:clrScheme name="Personnalisé 40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2CC84D"/>
      </a:accent1>
      <a:accent2>
        <a:srgbClr val="00491E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13bc11-6f8c-4f67-add1-145b6523d542">
      <Terms xmlns="http://schemas.microsoft.com/office/infopath/2007/PartnerControls"/>
    </lcf76f155ced4ddcb4097134ff3c332f>
    <TaxCatchAll xmlns="38bac274-95f6-49e8-bdcf-c9ab26ea97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C0FDA3DFAC949BA02DF9796B1D7B8" ma:contentTypeVersion="15" ma:contentTypeDescription="Create a new document." ma:contentTypeScope="" ma:versionID="6fcb6d0834b01510f8bce4c493bbd7d3">
  <xsd:schema xmlns:xsd="http://www.w3.org/2001/XMLSchema" xmlns:xs="http://www.w3.org/2001/XMLSchema" xmlns:p="http://schemas.microsoft.com/office/2006/metadata/properties" xmlns:ns2="1313bc11-6f8c-4f67-add1-145b6523d542" xmlns:ns3="38bac274-95f6-49e8-bdcf-c9ab26ea9761" targetNamespace="http://schemas.microsoft.com/office/2006/metadata/properties" ma:root="true" ma:fieldsID="0bfe28a7a1078ea4f6cab6fb60a3102d" ns2:_="" ns3:_="">
    <xsd:import namespace="1313bc11-6f8c-4f67-add1-145b6523d542"/>
    <xsd:import namespace="38bac274-95f6-49e8-bdcf-c9ab26ea97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3bc11-6f8c-4f67-add1-145b6523d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47f590e-ebc3-472e-9088-f38ef52e4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ac274-95f6-49e8-bdcf-c9ab26ea976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5f12c34-b887-4686-8e0f-21a397d7d89d}" ma:internalName="TaxCatchAll" ma:showField="CatchAllData" ma:web="38bac274-95f6-49e8-bdcf-c9ab26ea97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DF4F17-287D-4DEF-844C-846BF4C74130}">
  <ds:schemaRefs>
    <ds:schemaRef ds:uri="1313bc11-6f8c-4f67-add1-145b6523d542"/>
    <ds:schemaRef ds:uri="38bac274-95f6-49e8-bdcf-c9ab26ea976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B94D874-BDB4-4582-A35E-982B89964E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C751E6-2947-442F-BA0C-2F037FE6C1A5}">
  <ds:schemaRefs>
    <ds:schemaRef ds:uri="1313bc11-6f8c-4f67-add1-145b6523d542"/>
    <ds:schemaRef ds:uri="38bac274-95f6-49e8-bdcf-c9ab26ea97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CORPORATE</vt:lpstr>
      <vt:lpstr>1_CORPORATE</vt:lpstr>
      <vt:lpstr>2_CORPORATE</vt:lpstr>
      <vt:lpstr>3_CORPORATE</vt:lpstr>
      <vt:lpstr>Title of the presentation</vt:lpstr>
      <vt:lpstr>PRÉSENTATION RISQUE &amp; PA ACTUELLE</vt:lpstr>
      <vt:lpstr>PRÉSENTATION RISQUE &amp; PA – EXTRACT RITO2 </vt:lpstr>
      <vt:lpstr>PRÉSENTATION RISQUE &amp; PA </vt:lpstr>
      <vt:lpstr>PRÉSENTATION RISQUE &amp; PA </vt:lpstr>
      <vt:lpstr>KPI </vt:lpstr>
      <vt:lpstr>Pour &amp; contre du nouveau PPT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 boite à slides Prod</dc:creator>
  <cp:revision>17</cp:revision>
  <dcterms:created xsi:type="dcterms:W3CDTF">2024-10-25T07:58:02Z</dcterms:created>
  <dcterms:modified xsi:type="dcterms:W3CDTF">2025-07-15T15:29:43Z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0x010100E6AC0FDA3DFAC949BA02DF9796B1D7B8</vt:lpwstr>
  </property>
  <property fmtid="{D5CDD505-2E9C-101B-9397-08002B2CF9AE}" pid="3" name="MSIP_Label_024ffcea-f25b-491e-9dc9-834516f3550e_Enabled">
    <vt:lpwstr>true</vt:lpwstr>
  </property>
  <property fmtid="{D5CDD505-2E9C-101B-9397-08002B2CF9AE}" pid="4" name="MSIP_Label_024ffcea-f25b-491e-9dc9-834516f3550e_SetDate">
    <vt:lpwstr>2025-01-20T13:11:24Z</vt:lpwstr>
  </property>
  <property fmtid="{D5CDD505-2E9C-101B-9397-08002B2CF9AE}" pid="5" name="MSIP_Label_024ffcea-f25b-491e-9dc9-834516f3550e_Method">
    <vt:lpwstr>Standard</vt:lpwstr>
  </property>
  <property fmtid="{D5CDD505-2E9C-101B-9397-08002B2CF9AE}" pid="6" name="MSIP_Label_024ffcea-f25b-491e-9dc9-834516f3550e_Name">
    <vt:lpwstr>C2 - restricted</vt:lpwstr>
  </property>
  <property fmtid="{D5CDD505-2E9C-101B-9397-08002B2CF9AE}" pid="7" name="MSIP_Label_024ffcea-f25b-491e-9dc9-834516f3550e_SiteId">
    <vt:lpwstr>d52b49b7-0c8f-4d89-8c4f-f20517306e08</vt:lpwstr>
  </property>
  <property fmtid="{D5CDD505-2E9C-101B-9397-08002B2CF9AE}" pid="8" name="MSIP_Label_024ffcea-f25b-491e-9dc9-834516f3550e_ActionId">
    <vt:lpwstr>762d776a-3a6f-40a7-bbf5-5295af5e2c12</vt:lpwstr>
  </property>
  <property fmtid="{D5CDD505-2E9C-101B-9397-08002B2CF9AE}" pid="9" name="MSIP_Label_024ffcea-f25b-491e-9dc9-834516f3550e_ContentBits">
    <vt:lpwstr>1</vt:lpwstr>
  </property>
  <property fmtid="{D5CDD505-2E9C-101B-9397-08002B2CF9AE}" pid="10" name="MSIP_Label_024ffcea-f25b-491e-9dc9-834516f3550e_Tag">
    <vt:lpwstr>10, 3, 0, 2</vt:lpwstr>
  </property>
  <property fmtid="{D5CDD505-2E9C-101B-9397-08002B2CF9AE}" pid="11" name="ClassificationContentMarkingHeaderLocations">
    <vt:lpwstr>CORPORATE:6\1_CORPORATE:6\2_CORPORATE:6\3_CORPORATE:6</vt:lpwstr>
  </property>
  <property fmtid="{D5CDD505-2E9C-101B-9397-08002B2CF9AE}" pid="12" name="ClassificationContentMarkingHeaderText">
    <vt:lpwstr>C2 - Confidential</vt:lpwstr>
  </property>
  <property fmtid="{D5CDD505-2E9C-101B-9397-08002B2CF9AE}" pid="13" name="MediaServiceImageTags">
    <vt:lpwstr/>
  </property>
</Properties>
</file>