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11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4"/>
    <p:sldMasterId id="2147483701" r:id="rId5"/>
    <p:sldMasterId id="2147483712" r:id="rId6"/>
    <p:sldMasterId id="2147483723" r:id="rId7"/>
  </p:sldMasterIdLst>
  <p:notesMasterIdLst>
    <p:notesMasterId r:id="rId16"/>
  </p:notesMasterIdLst>
  <p:sldIdLst>
    <p:sldId id="280" r:id="rId8"/>
    <p:sldId id="882" r:id="rId23"/>
    <p:sldId id="883" r:id="rId24"/>
    <p:sldId id="884" r:id="rId25"/>
    <p:sldId id="885" r:id="rId26"/>
    <p:sldId id="886" r:id="rId27"/>
    <p:sldId id="887" r:id="rId28"/>
    <p:sldId id="880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5668"/>
    <a:srgbClr val="B7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AF9A06-299E-18B6-6C83-9DD3BD14082F}" v="134" dt="2025-07-15T13:48:23.909"/>
    <p1510:client id="{2147BB2C-F39D-D912-E7EE-3BB9DACC1046}" v="67" dt="2025-07-15T15:29:42.6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" Target="slides/slide1.xml"/><Relationship Id="rId15" Type="http://schemas.openxmlformats.org/officeDocument/2006/relationships/slide" Target="slides/slide8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RRIAULT Clemence (SAFRAN AIRCRAFT ENGINES)" userId="S::clemence.jarriault@safrangroup.com::c403cfa4-5fca-4197-94aa-ffdac95c38fe" providerId="AD" clId="Web-{2147BB2C-F39D-D912-E7EE-3BB9DACC1046}"/>
    <pc:docChg chg="modSld">
      <pc:chgData name="JARRIAULT Clemence (SAFRAN AIRCRAFT ENGINES)" userId="S::clemence.jarriault@safrangroup.com::c403cfa4-5fca-4197-94aa-ffdac95c38fe" providerId="AD" clId="Web-{2147BB2C-F39D-D912-E7EE-3BB9DACC1046}" dt="2025-07-15T15:29:42.643" v="68" actId="1076"/>
      <pc:docMkLst>
        <pc:docMk/>
      </pc:docMkLst>
      <pc:sldChg chg="modSp">
        <pc:chgData name="JARRIAULT Clemence (SAFRAN AIRCRAFT ENGINES)" userId="S::clemence.jarriault@safrangroup.com::c403cfa4-5fca-4197-94aa-ffdac95c38fe" providerId="AD" clId="Web-{2147BB2C-F39D-D912-E7EE-3BB9DACC1046}" dt="2025-07-15T15:29:42.643" v="68" actId="1076"/>
        <pc:sldMkLst>
          <pc:docMk/>
          <pc:sldMk cId="3291644073" sldId="881"/>
        </pc:sldMkLst>
        <pc:spChg chg="mod">
          <ac:chgData name="JARRIAULT Clemence (SAFRAN AIRCRAFT ENGINES)" userId="S::clemence.jarriault@safrangroup.com::c403cfa4-5fca-4197-94aa-ffdac95c38fe" providerId="AD" clId="Web-{2147BB2C-F39D-D912-E7EE-3BB9DACC1046}" dt="2025-07-15T15:28:57.827" v="32" actId="20577"/>
          <ac:spMkLst>
            <pc:docMk/>
            <pc:sldMk cId="3291644073" sldId="881"/>
            <ac:spMk id="2" creationId="{45BE3A5E-7FB6-5878-CCA6-CE8966B47709}"/>
          </ac:spMkLst>
        </pc:spChg>
        <pc:spChg chg="mod">
          <ac:chgData name="JARRIAULT Clemence (SAFRAN AIRCRAFT ENGINES)" userId="S::clemence.jarriault@safrangroup.com::c403cfa4-5fca-4197-94aa-ffdac95c38fe" providerId="AD" clId="Web-{2147BB2C-F39D-D912-E7EE-3BB9DACC1046}" dt="2025-07-15T15:29:42.643" v="68" actId="1076"/>
          <ac:spMkLst>
            <pc:docMk/>
            <pc:sldMk cId="3291644073" sldId="881"/>
            <ac:spMk id="5" creationId="{6B392FBE-49A1-781C-09DD-74C66A4F043C}"/>
          </ac:spMkLst>
        </pc:spChg>
        <pc:spChg chg="mod">
          <ac:chgData name="JARRIAULT Clemence (SAFRAN AIRCRAFT ENGINES)" userId="S::clemence.jarriault@safrangroup.com::c403cfa4-5fca-4197-94aa-ffdac95c38fe" providerId="AD" clId="Web-{2147BB2C-F39D-D912-E7EE-3BB9DACC1046}" dt="2025-07-15T15:29:37.877" v="67" actId="1076"/>
          <ac:spMkLst>
            <pc:docMk/>
            <pc:sldMk cId="3291644073" sldId="881"/>
            <ac:spMk id="6" creationId="{A56E7070-7023-B925-7459-1325B069803E}"/>
          </ac:spMkLst>
        </pc:spChg>
      </pc:sldChg>
    </pc:docChg>
  </pc:docChgLst>
  <pc:docChgLst>
    <pc:chgData name="BOSSUAT Chleo (SAFRAN AIRCRAFT ENGINES)" userId="S::chleo.bossuat@safrangroup.com::89c85a69-7e20-49bb-87ad-8298f825a356" providerId="AD" clId="Web-{03AF9A06-299E-18B6-6C83-9DD3BD14082F}"/>
    <pc:docChg chg="addSld delSld modSld">
      <pc:chgData name="BOSSUAT Chleo (SAFRAN AIRCRAFT ENGINES)" userId="S::chleo.bossuat@safrangroup.com::89c85a69-7e20-49bb-87ad-8298f825a356" providerId="AD" clId="Web-{03AF9A06-299E-18B6-6C83-9DD3BD14082F}" dt="2025-07-15T13:48:23.909" v="109" actId="1076"/>
      <pc:docMkLst>
        <pc:docMk/>
      </pc:docMkLst>
      <pc:sldChg chg="del">
        <pc:chgData name="BOSSUAT Chleo (SAFRAN AIRCRAFT ENGINES)" userId="S::chleo.bossuat@safrangroup.com::89c85a69-7e20-49bb-87ad-8298f825a356" providerId="AD" clId="Web-{03AF9A06-299E-18B6-6C83-9DD3BD14082F}" dt="2025-07-15T12:08:40.047" v="0"/>
        <pc:sldMkLst>
          <pc:docMk/>
          <pc:sldMk cId="3944491650" sldId="281"/>
        </pc:sldMkLst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53.844" v="5"/>
        <pc:sldMkLst>
          <pc:docMk/>
          <pc:sldMk cId="1602895889" sldId="799"/>
        </pc:sldMkLst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48.391" v="2"/>
        <pc:sldMkLst>
          <pc:docMk/>
          <pc:sldMk cId="621687766" sldId="813"/>
        </pc:sldMkLst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37:08.364" v="47"/>
        <pc:sldMkLst>
          <pc:docMk/>
          <pc:sldMk cId="2148215751" sldId="817"/>
        </pc:sldMkLst>
        <pc:spChg chg="mod">
          <ac:chgData name="BOSSUAT Chleo (SAFRAN AIRCRAFT ENGINES)" userId="S::chleo.bossuat@safrangroup.com::89c85a69-7e20-49bb-87ad-8298f825a356" providerId="AD" clId="Web-{03AF9A06-299E-18B6-6C83-9DD3BD14082F}" dt="2025-07-15T12:23:09.690" v="45" actId="20577"/>
          <ac:spMkLst>
            <pc:docMk/>
            <pc:sldMk cId="2148215751" sldId="817"/>
            <ac:spMk id="2" creationId="{1A8454FB-86CE-4A9A-837E-B1F1E0BE8523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7:08.364" v="47"/>
          <ac:spMkLst>
            <pc:docMk/>
            <pc:sldMk cId="2148215751" sldId="817"/>
            <ac:spMk id="4" creationId="{99ED5833-B85B-4103-8A3B-CAB0308E6C15}"/>
          </ac:spMkLst>
        </pc:spChg>
        <pc:graphicFrameChg chg="del">
          <ac:chgData name="BOSSUAT Chleo (SAFRAN AIRCRAFT ENGINES)" userId="S::chleo.bossuat@safrangroup.com::89c85a69-7e20-49bb-87ad-8298f825a356" providerId="AD" clId="Web-{03AF9A06-299E-18B6-6C83-9DD3BD14082F}" dt="2025-07-15T12:37:05.551" v="46"/>
          <ac:graphicFrameMkLst>
            <pc:docMk/>
            <pc:sldMk cId="2148215751" sldId="817"/>
            <ac:graphicFrameMk id="15" creationId="{47A511E1-90D6-4114-9B8A-1AB9C0A3472B}"/>
          </ac:graphicFrameMkLst>
        </pc:graphicFrameChg>
        <pc:picChg chg="add">
          <ac:chgData name="BOSSUAT Chleo (SAFRAN AIRCRAFT ENGINES)" userId="S::chleo.bossuat@safrangroup.com::89c85a69-7e20-49bb-87ad-8298f825a356" providerId="AD" clId="Web-{03AF9A06-299E-18B6-6C83-9DD3BD14082F}" dt="2025-07-15T12:37:08.364" v="47"/>
          <ac:picMkLst>
            <pc:docMk/>
            <pc:sldMk cId="2148215751" sldId="817"/>
            <ac:picMk id="5" creationId="{B1F82D38-41AD-F0D0-C99E-E91D3FA93392}"/>
          </ac:picMkLst>
        </pc:picChg>
        <pc:picChg chg="add">
          <ac:chgData name="BOSSUAT Chleo (SAFRAN AIRCRAFT ENGINES)" userId="S::chleo.bossuat@safrangroup.com::89c85a69-7e20-49bb-87ad-8298f825a356" providerId="AD" clId="Web-{03AF9A06-299E-18B6-6C83-9DD3BD14082F}" dt="2025-07-15T12:37:08.364" v="47"/>
          <ac:picMkLst>
            <pc:docMk/>
            <pc:sldMk cId="2148215751" sldId="817"/>
            <ac:picMk id="6" creationId="{1420EA57-7D71-95D7-D803-8E38F4FF4142}"/>
          </ac:picMkLst>
        </pc:picChg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38:02.960" v="60"/>
        <pc:sldMkLst>
          <pc:docMk/>
          <pc:sldMk cId="734789336" sldId="824"/>
        </pc:sldMkLst>
        <pc:spChg chg="del">
          <ac:chgData name="BOSSUAT Chleo (SAFRAN AIRCRAFT ENGINES)" userId="S::chleo.bossuat@safrangroup.com::89c85a69-7e20-49bb-87ad-8298f825a356" providerId="AD" clId="Web-{03AF9A06-299E-18B6-6C83-9DD3BD14082F}" dt="2025-07-15T12:37:36.396" v="54"/>
          <ac:spMkLst>
            <pc:docMk/>
            <pc:sldMk cId="734789336" sldId="824"/>
            <ac:spMk id="2" creationId="{F221FEBB-E9E5-4A7B-89A4-5CFFBFA25302}"/>
          </ac:spMkLst>
        </pc:spChg>
        <pc:spChg chg="mod">
          <ac:chgData name="BOSSUAT Chleo (SAFRAN AIRCRAFT ENGINES)" userId="S::chleo.bossuat@safrangroup.com::89c85a69-7e20-49bb-87ad-8298f825a356" providerId="AD" clId="Web-{03AF9A06-299E-18B6-6C83-9DD3BD14082F}" dt="2025-07-15T12:37:29.271" v="51" actId="20577"/>
          <ac:spMkLst>
            <pc:docMk/>
            <pc:sldMk cId="734789336" sldId="824"/>
            <ac:spMk id="4" creationId="{C9A328DD-9046-495F-88F1-73847CD62CC6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7:36.474" v="55"/>
          <ac:spMkLst>
            <pc:docMk/>
            <pc:sldMk cId="734789336" sldId="824"/>
            <ac:spMk id="5" creationId="{626EDE6B-C18B-4C6F-860E-719D594F09BF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8:02.163" v="59"/>
          <ac:spMkLst>
            <pc:docMk/>
            <pc:sldMk cId="734789336" sldId="824"/>
            <ac:spMk id="7" creationId="{1E95831F-5872-0A7F-CEAE-9CEE35E95308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7:36.271" v="53"/>
          <ac:spMkLst>
            <pc:docMk/>
            <pc:sldMk cId="734789336" sldId="824"/>
            <ac:spMk id="8" creationId="{7F62A1D9-538C-49AC-ABF8-26CAF099AC19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7:36.271" v="52"/>
          <ac:spMkLst>
            <pc:docMk/>
            <pc:sldMk cId="734789336" sldId="824"/>
            <ac:spMk id="9" creationId="{2A5AAB57-9DE5-4CD6-AF11-693FDDF45F2E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7:54.631" v="57"/>
          <ac:spMkLst>
            <pc:docMk/>
            <pc:sldMk cId="734789336" sldId="824"/>
            <ac:spMk id="11" creationId="{1007C0F9-9D8E-66D7-1F8C-1EC4647A28E5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12" creationId="{551C82C1-FDA9-321A-C3C7-760AA1C6FF5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1" creationId="{21F7BAD1-2AA4-F339-1F65-CEB7A85ABA0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3" creationId="{927D00D5-6F63-DB5C-F3E4-129DFD8EE684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6" creationId="{33BC6E21-D10F-E220-FE84-210DE45CBDC3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7" creationId="{BE55FECF-0907-6CBE-81D0-F23601A24FD7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29" creationId="{787D23F1-5D08-2FFD-FFAD-945CD57443F8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30" creationId="{1EEB420B-00E4-2828-B54E-17E4713A793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32" creationId="{BBE5AE53-3EE2-23DE-2707-7D9CC8AD2FDB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35" creationId="{47269E81-9086-2414-DB84-4996AACC7812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8:02.960" v="60"/>
          <ac:spMkLst>
            <pc:docMk/>
            <pc:sldMk cId="734789336" sldId="824"/>
            <ac:spMk id="36" creationId="{FB914976-18D3-16DD-2210-445928216361}"/>
          </ac:spMkLst>
        </pc:spChg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52:33.494" v="83" actId="1076"/>
        <pc:sldMkLst>
          <pc:docMk/>
          <pc:sldMk cId="3080663595" sldId="825"/>
        </pc:sldMkLst>
        <pc:spChg chg="mod">
          <ac:chgData name="BOSSUAT Chleo (SAFRAN AIRCRAFT ENGINES)" userId="S::chleo.bossuat@safrangroup.com::89c85a69-7e20-49bb-87ad-8298f825a356" providerId="AD" clId="Web-{03AF9A06-299E-18B6-6C83-9DD3BD14082F}" dt="2025-07-15T12:38:25.148" v="64" actId="20577"/>
          <ac:spMkLst>
            <pc:docMk/>
            <pc:sldMk cId="3080663595" sldId="825"/>
            <ac:spMk id="4" creationId="{C9A328DD-9046-495F-88F1-73847CD62CC6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8:27.195" v="66"/>
          <ac:spMkLst>
            <pc:docMk/>
            <pc:sldMk cId="3080663595" sldId="825"/>
            <ac:spMk id="5" creationId="{626EDE6B-C18B-4C6F-860E-719D594F09BF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38:27.023" v="65"/>
          <ac:spMkLst>
            <pc:docMk/>
            <pc:sldMk cId="3080663595" sldId="825"/>
            <ac:spMk id="6" creationId="{0DC88A59-CDA1-4F92-8C81-705A26FFF379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9:18.900" v="69"/>
          <ac:spMkLst>
            <pc:docMk/>
            <pc:sldMk cId="3080663595" sldId="825"/>
            <ac:spMk id="7" creationId="{6EBED560-C3A7-E8B1-EAC0-233A08A00D30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9:18.853" v="68"/>
          <ac:spMkLst>
            <pc:docMk/>
            <pc:sldMk cId="3080663595" sldId="825"/>
            <ac:spMk id="9" creationId="{77D0A5B3-E031-5AC2-D831-27B4A1EAFB52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39:21.838" v="72"/>
          <ac:spMkLst>
            <pc:docMk/>
            <pc:sldMk cId="3080663595" sldId="825"/>
            <ac:spMk id="12" creationId="{D8ECC26D-1795-E2DA-CE04-BB229AE68E2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13" creationId="{A0EA1E22-82E7-0687-8F2A-6C85699D14AA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17" creationId="{A9CA0CB8-D458-979A-D363-3B89CCB51277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19" creationId="{E200B3D8-E596-D5AD-D5F7-A878421DEA3C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20" creationId="{41BBED3C-E25D-F7D3-8BB4-01E7B498E6FC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spMkLst>
            <pc:docMk/>
            <pc:sldMk cId="3080663595" sldId="825"/>
            <ac:spMk id="22" creationId="{46F41D77-EC07-9EFE-069F-7F0288FAEA36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23" creationId="{462C1290-E0A4-EBB6-4F5F-ACE3FC9C404F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27" creationId="{B7214BD7-6668-F477-2666-CAA3EF340B09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29" creationId="{A20C3CC7-622A-5BA1-B39A-689EB1460D7F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30" creationId="{D6AAF04C-7D4F-9A53-62B5-E62B0197C9BF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spMkLst>
            <pc:docMk/>
            <pc:sldMk cId="3080663595" sldId="825"/>
            <ac:spMk id="32" creationId="{FB1035A1-73B5-FE8D-3615-33C6A2915BAE}"/>
          </ac:spMkLst>
        </pc:spChg>
        <pc:gr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grpSpMkLst>
            <pc:docMk/>
            <pc:sldMk cId="3080663595" sldId="825"/>
            <ac:grpSpMk id="15" creationId="{09C5A73A-5694-104A-E0F0-3E89E45EF4DD}"/>
          </ac:grpSpMkLst>
        </pc:grpChg>
        <pc:grp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grpSpMkLst>
            <pc:docMk/>
            <pc:sldMk cId="3080663595" sldId="825"/>
            <ac:grpSpMk id="16" creationId="{D23D9D9D-22D1-5CC4-127E-EE02655FADC9}"/>
          </ac:grpSpMkLst>
        </pc:grpChg>
        <pc:gr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grpSpMkLst>
            <pc:docMk/>
            <pc:sldMk cId="3080663595" sldId="825"/>
            <ac:grpSpMk id="25" creationId="{DCC1F281-10CE-9ABC-55AE-E9E262F7643A}"/>
          </ac:grpSpMkLst>
        </pc:grpChg>
        <pc:grp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grpSpMkLst>
            <pc:docMk/>
            <pc:sldMk cId="3080663595" sldId="825"/>
            <ac:grpSpMk id="26" creationId="{BE1C9E77-B473-F3BA-01C5-9C797BFDE53D}"/>
          </ac:grpSpMkLst>
        </pc:grpChg>
        <pc:grpChg chg="add mod">
          <ac:chgData name="BOSSUAT Chleo (SAFRAN AIRCRAFT ENGINES)" userId="S::chleo.bossuat@safrangroup.com::89c85a69-7e20-49bb-87ad-8298f825a356" providerId="AD" clId="Web-{03AF9A06-299E-18B6-6C83-9DD3BD14082F}" dt="2025-07-15T12:52:33.494" v="83" actId="1076"/>
          <ac:grpSpMkLst>
            <pc:docMk/>
            <pc:sldMk cId="3080663595" sldId="825"/>
            <ac:grpSpMk id="33" creationId="{1740FCF6-E425-7F58-9707-6BD7BA167222}"/>
          </ac:grpSpMkLst>
        </pc:grpChg>
        <pc:picChg chg="del">
          <ac:chgData name="BOSSUAT Chleo (SAFRAN AIRCRAFT ENGINES)" userId="S::chleo.bossuat@safrangroup.com::89c85a69-7e20-49bb-87ad-8298f825a356" providerId="AD" clId="Web-{03AF9A06-299E-18B6-6C83-9DD3BD14082F}" dt="2025-07-15T12:38:27.257" v="67"/>
          <ac:picMkLst>
            <pc:docMk/>
            <pc:sldMk cId="3080663595" sldId="825"/>
            <ac:picMk id="11" creationId="{C0E91571-9933-751F-99A4-8357FCB79D61}"/>
          </ac:picMkLst>
        </pc:picChg>
        <pc:pic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picMkLst>
            <pc:docMk/>
            <pc:sldMk cId="3080663595" sldId="825"/>
            <ac:picMk id="14" creationId="{A5A99302-6652-6070-C6C8-2070EE02DEE4}"/>
          </ac:picMkLst>
        </pc:picChg>
        <pc:picChg chg="add del mod">
          <ac:chgData name="BOSSUAT Chleo (SAFRAN AIRCRAFT ENGINES)" userId="S::chleo.bossuat@safrangroup.com::89c85a69-7e20-49bb-87ad-8298f825a356" providerId="AD" clId="Web-{03AF9A06-299E-18B6-6C83-9DD3BD14082F}" dt="2025-07-15T12:52:27.259" v="82"/>
          <ac:picMkLst>
            <pc:docMk/>
            <pc:sldMk cId="3080663595" sldId="825"/>
            <ac:picMk id="24" creationId="{1DE78DA3-DAE8-0091-ACB3-376B4E8E92AC}"/>
          </ac:picMkLst>
        </pc:picChg>
        <pc:cxn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cxnSpMkLst>
            <pc:docMk/>
            <pc:sldMk cId="3080663595" sldId="825"/>
            <ac:cxnSpMk id="18" creationId="{24BED8A7-2C00-F322-12AD-A035C0FC5D4A}"/>
          </ac:cxnSpMkLst>
        </pc:cxnChg>
        <pc:cxnChg chg="add">
          <ac:chgData name="BOSSUAT Chleo (SAFRAN AIRCRAFT ENGINES)" userId="S::chleo.bossuat@safrangroup.com::89c85a69-7e20-49bb-87ad-8298f825a356" providerId="AD" clId="Web-{03AF9A06-299E-18B6-6C83-9DD3BD14082F}" dt="2025-07-15T12:39:35.010" v="73"/>
          <ac:cxnSpMkLst>
            <pc:docMk/>
            <pc:sldMk cId="3080663595" sldId="825"/>
            <ac:cxnSpMk id="21" creationId="{64C03FF9-C75D-4421-023F-05D2945985DC}"/>
          </ac:cxnSpMkLst>
        </pc:cxnChg>
        <pc:cxn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cxnSpMkLst>
            <pc:docMk/>
            <pc:sldMk cId="3080663595" sldId="825"/>
            <ac:cxnSpMk id="28" creationId="{62E6DC89-BD2F-9848-FE4A-9646E531E76D}"/>
          </ac:cxnSpMkLst>
        </pc:cxnChg>
        <pc:cxnChg chg="add">
          <ac:chgData name="BOSSUAT Chleo (SAFRAN AIRCRAFT ENGINES)" userId="S::chleo.bossuat@safrangroup.com::89c85a69-7e20-49bb-87ad-8298f825a356" providerId="AD" clId="Web-{03AF9A06-299E-18B6-6C83-9DD3BD14082F}" dt="2025-07-15T12:39:36.057" v="74"/>
          <ac:cxnSpMkLst>
            <pc:docMk/>
            <pc:sldMk cId="3080663595" sldId="825"/>
            <ac:cxnSpMk id="31" creationId="{1D84FE63-842E-5ECE-273D-8AE027AE1999}"/>
          </ac:cxnSpMkLst>
        </pc:cxnChg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56:47.660" v="97"/>
        <pc:sldMkLst>
          <pc:docMk/>
          <pc:sldMk cId="394567003" sldId="833"/>
        </pc:sldMkLst>
        <pc:spChg chg="mod">
          <ac:chgData name="BOSSUAT Chleo (SAFRAN AIRCRAFT ENGINES)" userId="S::chleo.bossuat@safrangroup.com::89c85a69-7e20-49bb-87ad-8298f825a356" providerId="AD" clId="Web-{03AF9A06-299E-18B6-6C83-9DD3BD14082F}" dt="2025-07-15T12:56:34.441" v="91" actId="20577"/>
          <ac:spMkLst>
            <pc:docMk/>
            <pc:sldMk cId="394567003" sldId="833"/>
            <ac:spMk id="4" creationId="{C9A328DD-9046-495F-88F1-73847CD62CC6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56:37.894" v="94"/>
          <ac:spMkLst>
            <pc:docMk/>
            <pc:sldMk cId="394567003" sldId="833"/>
            <ac:spMk id="5" creationId="{626EDE6B-C18B-4C6F-860E-719D594F09BF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56:37.738" v="92"/>
          <ac:spMkLst>
            <pc:docMk/>
            <pc:sldMk cId="394567003" sldId="833"/>
            <ac:spMk id="6" creationId="{8A3EFA5E-DE9E-4F23-BFC4-5BB21CB356C3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56:46.019" v="96"/>
          <ac:spMkLst>
            <pc:docMk/>
            <pc:sldMk cId="394567003" sldId="833"/>
            <ac:spMk id="7" creationId="{0E02E47C-E055-160D-52E4-B42432B6C4FC}"/>
          </ac:spMkLst>
        </pc:spChg>
        <pc:spChg chg="add del mod">
          <ac:chgData name="BOSSUAT Chleo (SAFRAN AIRCRAFT ENGINES)" userId="S::chleo.bossuat@safrangroup.com::89c85a69-7e20-49bb-87ad-8298f825a356" providerId="AD" clId="Web-{03AF9A06-299E-18B6-6C83-9DD3BD14082F}" dt="2025-07-15T12:56:43.972" v="95"/>
          <ac:spMkLst>
            <pc:docMk/>
            <pc:sldMk cId="394567003" sldId="833"/>
            <ac:spMk id="9" creationId="{FB0A3512-1433-37E3-852F-CC57CD9DA409}"/>
          </ac:spMkLst>
        </pc:spChg>
        <pc:spChg chg="add">
          <ac:chgData name="BOSSUAT Chleo (SAFRAN AIRCRAFT ENGINES)" userId="S::chleo.bossuat@safrangroup.com::89c85a69-7e20-49bb-87ad-8298f825a356" providerId="AD" clId="Web-{03AF9A06-299E-18B6-6C83-9DD3BD14082F}" dt="2025-07-15T12:56:47.660" v="97"/>
          <ac:spMkLst>
            <pc:docMk/>
            <pc:sldMk cId="394567003" sldId="833"/>
            <ac:spMk id="10" creationId="{99ED5833-B85B-4103-8A3B-CAB0308E6C15}"/>
          </ac:spMkLst>
        </pc:spChg>
        <pc:picChg chg="del">
          <ac:chgData name="BOSSUAT Chleo (SAFRAN AIRCRAFT ENGINES)" userId="S::chleo.bossuat@safrangroup.com::89c85a69-7e20-49bb-87ad-8298f825a356" providerId="AD" clId="Web-{03AF9A06-299E-18B6-6C83-9DD3BD14082F}" dt="2025-07-15T12:56:37.816" v="93"/>
          <ac:picMkLst>
            <pc:docMk/>
            <pc:sldMk cId="394567003" sldId="833"/>
            <ac:picMk id="11" creationId="{A37DED10-6EC6-A408-F561-B61E566DD9C6}"/>
          </ac:picMkLst>
        </pc:picChg>
        <pc:picChg chg="add">
          <ac:chgData name="BOSSUAT Chleo (SAFRAN AIRCRAFT ENGINES)" userId="S::chleo.bossuat@safrangroup.com::89c85a69-7e20-49bb-87ad-8298f825a356" providerId="AD" clId="Web-{03AF9A06-299E-18B6-6C83-9DD3BD14082F}" dt="2025-07-15T12:56:47.660" v="97"/>
          <ac:picMkLst>
            <pc:docMk/>
            <pc:sldMk cId="394567003" sldId="833"/>
            <ac:picMk id="12" creationId="{827C7083-5B5B-0539-09FD-4F4841896B8E}"/>
          </ac:picMkLst>
        </pc:picChg>
        <pc:picChg chg="add">
          <ac:chgData name="BOSSUAT Chleo (SAFRAN AIRCRAFT ENGINES)" userId="S::chleo.bossuat@safrangroup.com::89c85a69-7e20-49bb-87ad-8298f825a356" providerId="AD" clId="Web-{03AF9A06-299E-18B6-6C83-9DD3BD14082F}" dt="2025-07-15T12:56:47.660" v="97"/>
          <ac:picMkLst>
            <pc:docMk/>
            <pc:sldMk cId="394567003" sldId="833"/>
            <ac:picMk id="13" creationId="{33377FAB-AF94-B25F-93BB-038755EEFEB1}"/>
          </ac:picMkLst>
        </pc:picChg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52" v="4"/>
        <pc:sldMkLst>
          <pc:docMk/>
          <pc:sldMk cId="3868388413" sldId="841"/>
        </pc:sldMkLst>
      </pc:sldChg>
      <pc:sldChg chg="addSp delSp modSp">
        <pc:chgData name="BOSSUAT Chleo (SAFRAN AIRCRAFT ENGINES)" userId="S::chleo.bossuat@safrangroup.com::89c85a69-7e20-49bb-87ad-8298f825a356" providerId="AD" clId="Web-{03AF9A06-299E-18B6-6C83-9DD3BD14082F}" dt="2025-07-15T12:11:48.101" v="36" actId="20577"/>
        <pc:sldMkLst>
          <pc:docMk/>
          <pc:sldMk cId="3817545768" sldId="878"/>
        </pc:sldMkLst>
        <pc:spChg chg="add mod">
          <ac:chgData name="BOSSUAT Chleo (SAFRAN AIRCRAFT ENGINES)" userId="S::chleo.bossuat@safrangroup.com::89c85a69-7e20-49bb-87ad-8298f825a356" providerId="AD" clId="Web-{03AF9A06-299E-18B6-6C83-9DD3BD14082F}" dt="2025-07-15T12:11:32.178" v="25" actId="1076"/>
          <ac:spMkLst>
            <pc:docMk/>
            <pc:sldMk cId="3817545768" sldId="878"/>
            <ac:spMk id="4" creationId="{CD57DAD0-ED64-7FD5-D327-D157426A45BD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6"/>
          <ac:spMkLst>
            <pc:docMk/>
            <pc:sldMk cId="3817545768" sldId="878"/>
            <ac:spMk id="7" creationId="{9A9B39CE-02D6-4075-947D-E42153B412C6}"/>
          </ac:spMkLst>
        </pc:spChg>
        <pc:spChg chg="mod">
          <ac:chgData name="BOSSUAT Chleo (SAFRAN AIRCRAFT ENGINES)" userId="S::chleo.bossuat@safrangroup.com::89c85a69-7e20-49bb-87ad-8298f825a356" providerId="AD" clId="Web-{03AF9A06-299E-18B6-6C83-9DD3BD14082F}" dt="2025-07-15T12:10:51.724" v="9" actId="1076"/>
          <ac:spMkLst>
            <pc:docMk/>
            <pc:sldMk cId="3817545768" sldId="878"/>
            <ac:spMk id="9" creationId="{4B545D4E-0A24-423F-9B91-80700FAD22F0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4"/>
          <ac:spMkLst>
            <pc:docMk/>
            <pc:sldMk cId="3817545768" sldId="878"/>
            <ac:spMk id="11" creationId="{02D0E0EA-8F0F-424F-8A38-996E31EF6645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48.101" v="36" actId="20577"/>
          <ac:spMkLst>
            <pc:docMk/>
            <pc:sldMk cId="3817545768" sldId="878"/>
            <ac:spMk id="12" creationId="{5B29E56E-5252-7BCF-C16B-4117FE869DD4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3"/>
          <ac:spMkLst>
            <pc:docMk/>
            <pc:sldMk cId="3817545768" sldId="878"/>
            <ac:spMk id="13" creationId="{05FCDCF9-CF36-49E8-9C1F-1E034EBEE1B5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2"/>
          <ac:spMkLst>
            <pc:docMk/>
            <pc:sldMk cId="3817545768" sldId="878"/>
            <ac:spMk id="15" creationId="{A23E8375-0DEF-49A2-B085-F8B6F6B32323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1"/>
          <ac:spMkLst>
            <pc:docMk/>
            <pc:sldMk cId="3817545768" sldId="878"/>
            <ac:spMk id="18" creationId="{C0E8D8A3-FF49-43FF-B21B-B100F8FE68CB}"/>
          </ac:spMkLst>
        </pc:spChg>
        <pc:spChg chg="del">
          <ac:chgData name="BOSSUAT Chleo (SAFRAN AIRCRAFT ENGINES)" userId="S::chleo.bossuat@safrangroup.com::89c85a69-7e20-49bb-87ad-8298f825a356" providerId="AD" clId="Web-{03AF9A06-299E-18B6-6C83-9DD3BD14082F}" dt="2025-07-15T12:11:13.646" v="10"/>
          <ac:spMkLst>
            <pc:docMk/>
            <pc:sldMk cId="3817545768" sldId="878"/>
            <ac:spMk id="21" creationId="{4456198F-F05C-49DB-A9A7-967704868CC9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32.241" v="28" actId="1076"/>
          <ac:spMkLst>
            <pc:docMk/>
            <pc:sldMk cId="3817545768" sldId="878"/>
            <ac:spMk id="22" creationId="{92BD2545-1060-1A21-540A-BF1F7A63EDE7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41.382" v="34" actId="20577"/>
          <ac:spMkLst>
            <pc:docMk/>
            <pc:sldMk cId="3817545768" sldId="878"/>
            <ac:spMk id="24" creationId="{03900E28-EFBB-D24F-C2B8-AC7ADF418591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32.303" v="31" actId="1076"/>
          <ac:spMkLst>
            <pc:docMk/>
            <pc:sldMk cId="3817545768" sldId="878"/>
            <ac:spMk id="25" creationId="{576776ED-4385-D315-E9D1-7762ED3EEBC2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2:11:45.054" v="35" actId="20577"/>
          <ac:spMkLst>
            <pc:docMk/>
            <pc:sldMk cId="3817545768" sldId="878"/>
            <ac:spMk id="27" creationId="{3C52B829-F474-6256-8C96-FCE61A7187D4}"/>
          </ac:spMkLst>
        </pc:spChg>
        <pc:graphicFrameChg chg="del">
          <ac:chgData name="BOSSUAT Chleo (SAFRAN AIRCRAFT ENGINES)" userId="S::chleo.bossuat@safrangroup.com::89c85a69-7e20-49bb-87ad-8298f825a356" providerId="AD" clId="Web-{03AF9A06-299E-18B6-6C83-9DD3BD14082F}" dt="2025-07-15T12:11:13.662" v="18"/>
          <ac:graphicFrameMkLst>
            <pc:docMk/>
            <pc:sldMk cId="3817545768" sldId="878"/>
            <ac:graphicFrameMk id="5" creationId="{BDE16891-3D27-442B-8203-18E8D6B49D27}"/>
          </ac:graphicFrameMkLst>
        </pc:graphicFrameChg>
        <pc:graphicFrameChg chg="del">
          <ac:chgData name="BOSSUAT Chleo (SAFRAN AIRCRAFT ENGINES)" userId="S::chleo.bossuat@safrangroup.com::89c85a69-7e20-49bb-87ad-8298f825a356" providerId="AD" clId="Web-{03AF9A06-299E-18B6-6C83-9DD3BD14082F}" dt="2025-07-15T12:11:13.646" v="15"/>
          <ac:graphicFrameMkLst>
            <pc:docMk/>
            <pc:sldMk cId="3817545768" sldId="878"/>
            <ac:graphicFrameMk id="10" creationId="{AA03B56E-AD56-4FDB-B292-FCE9F207A77C}"/>
          </ac:graphicFrameMkLst>
        </pc:graphicFrameChg>
        <pc:picChg chg="add mod">
          <ac:chgData name="BOSSUAT Chleo (SAFRAN AIRCRAFT ENGINES)" userId="S::chleo.bossuat@safrangroup.com::89c85a69-7e20-49bb-87ad-8298f825a356" providerId="AD" clId="Web-{03AF9A06-299E-18B6-6C83-9DD3BD14082F}" dt="2025-07-15T12:11:32.131" v="24" actId="1076"/>
          <ac:picMkLst>
            <pc:docMk/>
            <pc:sldMk cId="3817545768" sldId="878"/>
            <ac:picMk id="3" creationId="{AE444EA9-5F30-7379-3246-B5C71512202C}"/>
          </ac:picMkLst>
        </pc:pic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17"/>
          <ac:cxnSpMkLst>
            <pc:docMk/>
            <pc:sldMk cId="3817545768" sldId="878"/>
            <ac:cxnSpMk id="6" creationId="{F4A651C6-564B-464B-B74F-B865F8F41676}"/>
          </ac:cxnSpMkLst>
        </pc:cxnChg>
        <pc:cxnChg chg="add mod">
          <ac:chgData name="BOSSUAT Chleo (SAFRAN AIRCRAFT ENGINES)" userId="S::chleo.bossuat@safrangroup.com::89c85a69-7e20-49bb-87ad-8298f825a356" providerId="AD" clId="Web-{03AF9A06-299E-18B6-6C83-9DD3BD14082F}" dt="2025-07-15T12:11:32.194" v="26" actId="1076"/>
          <ac:cxnSpMkLst>
            <pc:docMk/>
            <pc:sldMk cId="3817545768" sldId="878"/>
            <ac:cxnSpMk id="8" creationId="{F97D73A3-907D-6F2F-C088-CE95E0A9F4DF}"/>
          </ac:cxnSpMkLst>
        </pc:cxn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21"/>
          <ac:cxnSpMkLst>
            <pc:docMk/>
            <pc:sldMk cId="3817545768" sldId="878"/>
            <ac:cxnSpMk id="14" creationId="{32A11B19-7CBA-468C-BC2E-B725E0441F2A}"/>
          </ac:cxnSpMkLst>
        </pc:cxn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19"/>
          <ac:cxnSpMkLst>
            <pc:docMk/>
            <pc:sldMk cId="3817545768" sldId="878"/>
            <ac:cxnSpMk id="16" creationId="{CBBFCA07-2550-4690-938E-08724BE3036C}"/>
          </ac:cxnSpMkLst>
        </pc:cxn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20"/>
          <ac:cxnSpMkLst>
            <pc:docMk/>
            <pc:sldMk cId="3817545768" sldId="878"/>
            <ac:cxnSpMk id="19" creationId="{4664B99B-D893-4D01-B4B0-57844E715801}"/>
          </ac:cxnSpMkLst>
        </pc:cxnChg>
        <pc:cxnChg chg="del">
          <ac:chgData name="BOSSUAT Chleo (SAFRAN AIRCRAFT ENGINES)" userId="S::chleo.bossuat@safrangroup.com::89c85a69-7e20-49bb-87ad-8298f825a356" providerId="AD" clId="Web-{03AF9A06-299E-18B6-6C83-9DD3BD14082F}" dt="2025-07-15T12:11:13.662" v="22"/>
          <ac:cxnSpMkLst>
            <pc:docMk/>
            <pc:sldMk cId="3817545768" sldId="878"/>
            <ac:cxnSpMk id="20" creationId="{13B708A0-BCCF-4C6F-9B84-D9C7247AB68A}"/>
          </ac:cxnSpMkLst>
        </pc:cxnChg>
        <pc:cxnChg chg="add mod">
          <ac:chgData name="BOSSUAT Chleo (SAFRAN AIRCRAFT ENGINES)" userId="S::chleo.bossuat@safrangroup.com::89c85a69-7e20-49bb-87ad-8298f825a356" providerId="AD" clId="Web-{03AF9A06-299E-18B6-6C83-9DD3BD14082F}" dt="2025-07-15T12:11:32.256" v="29" actId="1076"/>
          <ac:cxnSpMkLst>
            <pc:docMk/>
            <pc:sldMk cId="3817545768" sldId="878"/>
            <ac:cxnSpMk id="23" creationId="{F1B9D7DF-D467-CBD3-3F15-116063C31069}"/>
          </ac:cxnSpMkLst>
        </pc:cxnChg>
        <pc:cxnChg chg="add mod">
          <ac:chgData name="BOSSUAT Chleo (SAFRAN AIRCRAFT ENGINES)" userId="S::chleo.bossuat@safrangroup.com::89c85a69-7e20-49bb-87ad-8298f825a356" providerId="AD" clId="Web-{03AF9A06-299E-18B6-6C83-9DD3BD14082F}" dt="2025-07-15T12:11:32.335" v="32" actId="1076"/>
          <ac:cxnSpMkLst>
            <pc:docMk/>
            <pc:sldMk cId="3817545768" sldId="878"/>
            <ac:cxnSpMk id="26" creationId="{8D6A0D28-CB6C-FB16-26C0-AF7010894C16}"/>
          </ac:cxnSpMkLst>
        </pc:cxnChg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49.828" v="3"/>
        <pc:sldMkLst>
          <pc:docMk/>
          <pc:sldMk cId="2003781942" sldId="879"/>
        </pc:sldMkLst>
      </pc:sldChg>
      <pc:sldChg chg="addSp delSp modSp add replId">
        <pc:chgData name="BOSSUAT Chleo (SAFRAN AIRCRAFT ENGINES)" userId="S::chleo.bossuat@safrangroup.com::89c85a69-7e20-49bb-87ad-8298f825a356" providerId="AD" clId="Web-{03AF9A06-299E-18B6-6C83-9DD3BD14082F}" dt="2025-07-15T13:48:23.909" v="109" actId="1076"/>
        <pc:sldMkLst>
          <pc:docMk/>
          <pc:sldMk cId="3291644073" sldId="881"/>
        </pc:sldMkLst>
        <pc:spChg chg="add mod">
          <ac:chgData name="BOSSUAT Chleo (SAFRAN AIRCRAFT ENGINES)" userId="S::chleo.bossuat@safrangroup.com::89c85a69-7e20-49bb-87ad-8298f825a356" providerId="AD" clId="Web-{03AF9A06-299E-18B6-6C83-9DD3BD14082F}" dt="2025-07-15T13:48:23.830" v="107" actId="1076"/>
          <ac:spMkLst>
            <pc:docMk/>
            <pc:sldMk cId="3291644073" sldId="881"/>
            <ac:spMk id="2" creationId="{45BE3A5E-7FB6-5878-CCA6-CE8966B47709}"/>
          </ac:spMkLst>
        </pc:spChg>
        <pc:spChg chg="mod">
          <ac:chgData name="BOSSUAT Chleo (SAFRAN AIRCRAFT ENGINES)" userId="S::chleo.bossuat@safrangroup.com::89c85a69-7e20-49bb-87ad-8298f825a356" providerId="AD" clId="Web-{03AF9A06-299E-18B6-6C83-9DD3BD14082F}" dt="2025-07-15T12:58:21.820" v="103" actId="20577"/>
          <ac:spMkLst>
            <pc:docMk/>
            <pc:sldMk cId="3291644073" sldId="881"/>
            <ac:spMk id="4" creationId="{3A646C5B-8C4C-6D93-522C-413E905B5E1D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3:48:23.877" v="108" actId="1076"/>
          <ac:spMkLst>
            <pc:docMk/>
            <pc:sldMk cId="3291644073" sldId="881"/>
            <ac:spMk id="5" creationId="{6B392FBE-49A1-781C-09DD-74C66A4F043C}"/>
          </ac:spMkLst>
        </pc:spChg>
        <pc:spChg chg="add mod">
          <ac:chgData name="BOSSUAT Chleo (SAFRAN AIRCRAFT ENGINES)" userId="S::chleo.bossuat@safrangroup.com::89c85a69-7e20-49bb-87ad-8298f825a356" providerId="AD" clId="Web-{03AF9A06-299E-18B6-6C83-9DD3BD14082F}" dt="2025-07-15T13:48:23.909" v="109" actId="1076"/>
          <ac:spMkLst>
            <pc:docMk/>
            <pc:sldMk cId="3291644073" sldId="881"/>
            <ac:spMk id="6" creationId="{A56E7070-7023-B925-7459-1325B069803E}"/>
          </ac:spMkLst>
        </pc:spChg>
        <pc:picChg chg="del">
          <ac:chgData name="BOSSUAT Chleo (SAFRAN AIRCRAFT ENGINES)" userId="S::chleo.bossuat@safrangroup.com::89c85a69-7e20-49bb-87ad-8298f825a356" providerId="AD" clId="Web-{03AF9A06-299E-18B6-6C83-9DD3BD14082F}" dt="2025-07-15T13:47:46.032" v="105"/>
          <ac:picMkLst>
            <pc:docMk/>
            <pc:sldMk cId="3291644073" sldId="881"/>
            <ac:picMk id="12" creationId="{A1445A7A-2238-69D4-E071-66B2DCFB1CCF}"/>
          </ac:picMkLst>
        </pc:picChg>
        <pc:picChg chg="del">
          <ac:chgData name="BOSSUAT Chleo (SAFRAN AIRCRAFT ENGINES)" userId="S::chleo.bossuat@safrangroup.com::89c85a69-7e20-49bb-87ad-8298f825a356" providerId="AD" clId="Web-{03AF9A06-299E-18B6-6C83-9DD3BD14082F}" dt="2025-07-15T13:47:43.829" v="104"/>
          <ac:picMkLst>
            <pc:docMk/>
            <pc:sldMk cId="3291644073" sldId="881"/>
            <ac:picMk id="13" creationId="{7E3A8A94-F828-7FA6-930F-D8620C4D4942}"/>
          </ac:picMkLst>
        </pc:picChg>
      </pc:sldChg>
      <pc:sldChg chg="del">
        <pc:chgData name="BOSSUAT Chleo (SAFRAN AIRCRAFT ENGINES)" userId="S::chleo.bossuat@safrangroup.com::89c85a69-7e20-49bb-87ad-8298f825a356" providerId="AD" clId="Web-{03AF9A06-299E-18B6-6C83-9DD3BD14082F}" dt="2025-07-15T12:08:45.484" v="1"/>
        <pc:sldMkLst>
          <pc:docMk/>
          <pc:sldMk cId="3834619178" sldId="881"/>
        </pc:sldMkLst>
      </pc:sldChg>
    </pc:docChg>
  </pc:docChgLst>
  <pc:docChgLst>
    <pc:chgData name="BEN CHIBOUB Safwen (SAFRAN AIRCRAFT ENGINES)" userId="S::safwen.ben-chiboub@safrangroup.com::e844e4f1-871c-4636-8959-3e4180357ee1" providerId="AD" clId="Web-{54B4E8FC-2E4E-4A13-970B-5B17263D867A}"/>
    <pc:docChg chg="mod modMainMaster">
      <pc:chgData name="BEN CHIBOUB Safwen (SAFRAN AIRCRAFT ENGINES)" userId="S::safwen.ben-chiboub@safrangroup.com::e844e4f1-871c-4636-8959-3e4180357ee1" providerId="AD" clId="Web-{54B4E8FC-2E4E-4A13-970B-5B17263D867A}" dt="2025-01-20T13:11:24.545" v="1" actId="33475"/>
      <pc:docMkLst>
        <pc:docMk/>
      </pc:docMkLst>
      <pc:sldMasterChg chg="addSp">
        <pc:chgData name="BEN CHIBOUB Safwen (SAFRAN AIRCRAFT ENGINES)" userId="S::safwen.ben-chiboub@safrangroup.com::e844e4f1-871c-4636-8959-3e4180357ee1" providerId="AD" clId="Web-{54B4E8FC-2E4E-4A13-970B-5B17263D867A}" dt="2025-01-20T13:11:24.545" v="0" actId="33475"/>
        <pc:sldMasterMkLst>
          <pc:docMk/>
          <pc:sldMasterMk cId="3975737367" sldId="2147483687"/>
        </pc:sldMasterMkLst>
      </pc:sldMasterChg>
      <pc:sldMasterChg chg="addSp">
        <pc:chgData name="BEN CHIBOUB Safwen (SAFRAN AIRCRAFT ENGINES)" userId="S::safwen.ben-chiboub@safrangroup.com::e844e4f1-871c-4636-8959-3e4180357ee1" providerId="AD" clId="Web-{54B4E8FC-2E4E-4A13-970B-5B17263D867A}" dt="2025-01-20T13:11:24.545" v="0" actId="33475"/>
        <pc:sldMasterMkLst>
          <pc:docMk/>
          <pc:sldMasterMk cId="3446464498" sldId="2147483701"/>
        </pc:sldMasterMkLst>
      </pc:sldMasterChg>
      <pc:sldMasterChg chg="addSp">
        <pc:chgData name="BEN CHIBOUB Safwen (SAFRAN AIRCRAFT ENGINES)" userId="S::safwen.ben-chiboub@safrangroup.com::e844e4f1-871c-4636-8959-3e4180357ee1" providerId="AD" clId="Web-{54B4E8FC-2E4E-4A13-970B-5B17263D867A}" dt="2025-01-20T13:11:24.545" v="0" actId="33475"/>
        <pc:sldMasterMkLst>
          <pc:docMk/>
          <pc:sldMasterMk cId="2794442535" sldId="2147483712"/>
        </pc:sldMasterMkLst>
      </pc:sldMasterChg>
      <pc:sldMasterChg chg="addSp">
        <pc:chgData name="BEN CHIBOUB Safwen (SAFRAN AIRCRAFT ENGINES)" userId="S::safwen.ben-chiboub@safrangroup.com::e844e4f1-871c-4636-8959-3e4180357ee1" providerId="AD" clId="Web-{54B4E8FC-2E4E-4A13-970B-5B17263D867A}" dt="2025-01-20T13:11:24.545" v="0" actId="33475"/>
        <pc:sldMasterMkLst>
          <pc:docMk/>
          <pc:sldMasterMk cId="1090117504" sldId="2147483723"/>
        </pc:sldMasterMkLst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6892F5-48D6-4E18-AEE7-7FE34776F4BD}" type="datetimeFigureOut">
              <a:rPr lang="en-GB" smtClean="0"/>
              <a:t>15/07/2025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283908-A2F8-410C-BBF4-66AF6EABD9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9875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svg"/><Relationship Id="rId6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9.png"/><Relationship Id="rId7" Type="http://schemas.microsoft.com/office/2007/relationships/hdphoto" Target="../media/hdphoto1.wdp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[compagny]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6AB278-C52C-1715-7042-D709A6BCC1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4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2B910FF-E094-4686-2C72-ECC4EA3E63DA}"/>
              </a:ext>
            </a:extLst>
          </p:cNvPr>
          <p:cNvSpPr>
            <a:spLocks/>
          </p:cNvSpPr>
          <p:nvPr userDrawn="1"/>
        </p:nvSpPr>
        <p:spPr>
          <a:xfrm>
            <a:off x="114298" y="5641978"/>
            <a:ext cx="11896728" cy="704847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8DBE0E-AB59-532F-921C-C32E407024DA}"/>
              </a:ext>
            </a:extLst>
          </p:cNvPr>
          <p:cNvSpPr>
            <a:spLocks/>
          </p:cNvSpPr>
          <p:nvPr userDrawn="1"/>
        </p:nvSpPr>
        <p:spPr>
          <a:xfrm>
            <a:off x="-1" y="6305550"/>
            <a:ext cx="12125325" cy="552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BD44FC9-82DD-F837-788A-082157C08D6F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431799" y="603693"/>
            <a:ext cx="11324771" cy="2063606"/>
          </a:xfrm>
        </p:spPr>
        <p:txBody>
          <a:bodyPr lIns="180000" tIns="288000" bIns="0" anchor="t">
            <a:spAutoFit/>
          </a:bodyPr>
          <a:lstStyle>
            <a:lvl1pPr algn="l">
              <a:lnSpc>
                <a:spcPct val="80000"/>
              </a:lnSpc>
              <a:defRPr sz="7200" cap="all" baseline="0">
                <a:solidFill>
                  <a:schemeClr val="bg1"/>
                </a:solidFill>
                <a:effectLst>
                  <a:outerShdw blurRad="381000" dist="38100" dir="2700000" algn="tl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fr-FR" err="1"/>
              <a:t>Title</a:t>
            </a:r>
            <a:r>
              <a:rPr lang="fr-FR"/>
              <a:t> of the </a:t>
            </a:r>
            <a:r>
              <a:rPr lang="fr-FR" err="1"/>
              <a:t>presentation</a:t>
            </a:r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7E2018C9-6FAF-66A0-FC77-17202EE7E6E4}"/>
              </a:ext>
            </a:extLst>
          </p:cNvPr>
          <p:cNvSpPr/>
          <p:nvPr userDrawn="1"/>
        </p:nvSpPr>
        <p:spPr>
          <a:xfrm>
            <a:off x="114300" y="5308759"/>
            <a:ext cx="235744" cy="1066800"/>
          </a:xfrm>
          <a:custGeom>
            <a:avLst/>
            <a:gdLst>
              <a:gd name="connsiteX0" fmla="*/ 0 w 260984"/>
              <a:gd name="connsiteY0" fmla="*/ 0 h 1066800"/>
              <a:gd name="connsiteX1" fmla="*/ 100013 w 260984"/>
              <a:gd name="connsiteY1" fmla="*/ 0 h 1066800"/>
              <a:gd name="connsiteX2" fmla="*/ 100013 w 260984"/>
              <a:gd name="connsiteY2" fmla="*/ 826544 h 1066800"/>
              <a:gd name="connsiteX3" fmla="*/ 249782 w 260984"/>
              <a:gd name="connsiteY3" fmla="*/ 976313 h 1066800"/>
              <a:gd name="connsiteX4" fmla="*/ 260984 w 260984"/>
              <a:gd name="connsiteY4" fmla="*/ 976313 h 1066800"/>
              <a:gd name="connsiteX5" fmla="*/ 260984 w 260984"/>
              <a:gd name="connsiteY5" fmla="*/ 1066800 h 1066800"/>
              <a:gd name="connsiteX6" fmla="*/ 0 w 260984"/>
              <a:gd name="connsiteY6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0984" h="1066800">
                <a:moveTo>
                  <a:pt x="0" y="0"/>
                </a:moveTo>
                <a:lnTo>
                  <a:pt x="100013" y="0"/>
                </a:lnTo>
                <a:lnTo>
                  <a:pt x="100013" y="826544"/>
                </a:lnTo>
                <a:cubicBezTo>
                  <a:pt x="100013" y="909259"/>
                  <a:pt x="167067" y="976313"/>
                  <a:pt x="249782" y="976313"/>
                </a:cubicBezTo>
                <a:lnTo>
                  <a:pt x="260984" y="976313"/>
                </a:lnTo>
                <a:lnTo>
                  <a:pt x="260984" y="1066800"/>
                </a:lnTo>
                <a:lnTo>
                  <a:pt x="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BE7C1234-9BF8-54F2-967C-B0C1E9558626}"/>
              </a:ext>
            </a:extLst>
          </p:cNvPr>
          <p:cNvSpPr/>
          <p:nvPr userDrawn="1"/>
        </p:nvSpPr>
        <p:spPr>
          <a:xfrm flipH="1">
            <a:off x="11842756" y="5308759"/>
            <a:ext cx="235744" cy="1066800"/>
          </a:xfrm>
          <a:custGeom>
            <a:avLst/>
            <a:gdLst>
              <a:gd name="connsiteX0" fmla="*/ 0 w 260984"/>
              <a:gd name="connsiteY0" fmla="*/ 0 h 1066800"/>
              <a:gd name="connsiteX1" fmla="*/ 100013 w 260984"/>
              <a:gd name="connsiteY1" fmla="*/ 0 h 1066800"/>
              <a:gd name="connsiteX2" fmla="*/ 100013 w 260984"/>
              <a:gd name="connsiteY2" fmla="*/ 826544 h 1066800"/>
              <a:gd name="connsiteX3" fmla="*/ 249782 w 260984"/>
              <a:gd name="connsiteY3" fmla="*/ 976313 h 1066800"/>
              <a:gd name="connsiteX4" fmla="*/ 260984 w 260984"/>
              <a:gd name="connsiteY4" fmla="*/ 976313 h 1066800"/>
              <a:gd name="connsiteX5" fmla="*/ 260984 w 260984"/>
              <a:gd name="connsiteY5" fmla="*/ 1066800 h 1066800"/>
              <a:gd name="connsiteX6" fmla="*/ 0 w 260984"/>
              <a:gd name="connsiteY6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0984" h="1066800">
                <a:moveTo>
                  <a:pt x="0" y="0"/>
                </a:moveTo>
                <a:lnTo>
                  <a:pt x="100013" y="0"/>
                </a:lnTo>
                <a:lnTo>
                  <a:pt x="100013" y="826544"/>
                </a:lnTo>
                <a:cubicBezTo>
                  <a:pt x="100013" y="909259"/>
                  <a:pt x="167067" y="976313"/>
                  <a:pt x="249782" y="976313"/>
                </a:cubicBezTo>
                <a:lnTo>
                  <a:pt x="260984" y="976313"/>
                </a:lnTo>
                <a:lnTo>
                  <a:pt x="260984" y="1066800"/>
                </a:lnTo>
                <a:lnTo>
                  <a:pt x="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C209199B-CC1B-78B3-9646-EFADA779D08B}"/>
              </a:ext>
            </a:extLst>
          </p:cNvPr>
          <p:cNvSpPr/>
          <p:nvPr userDrawn="1"/>
        </p:nvSpPr>
        <p:spPr>
          <a:xfrm>
            <a:off x="0" y="-3175"/>
            <a:ext cx="12192000" cy="6858000"/>
          </a:xfrm>
          <a:custGeom>
            <a:avLst/>
            <a:gdLst>
              <a:gd name="connsiteX0" fmla="*/ 342070 w 12192000"/>
              <a:gd name="connsiteY0" fmla="*/ 219075 h 6858000"/>
              <a:gd name="connsiteX1" fmla="*/ 203200 w 12192000"/>
              <a:gd name="connsiteY1" fmla="*/ 357945 h 6858000"/>
              <a:gd name="connsiteX2" fmla="*/ 203200 w 12192000"/>
              <a:gd name="connsiteY2" fmla="*/ 6506405 h 6858000"/>
              <a:gd name="connsiteX3" fmla="*/ 342070 w 12192000"/>
              <a:gd name="connsiteY3" fmla="*/ 6645275 h 6858000"/>
              <a:gd name="connsiteX4" fmla="*/ 11837230 w 12192000"/>
              <a:gd name="connsiteY4" fmla="*/ 6645275 h 6858000"/>
              <a:gd name="connsiteX5" fmla="*/ 11976100 w 12192000"/>
              <a:gd name="connsiteY5" fmla="*/ 6506405 h 6858000"/>
              <a:gd name="connsiteX6" fmla="*/ 11976100 w 12192000"/>
              <a:gd name="connsiteY6" fmla="*/ 357945 h 6858000"/>
              <a:gd name="connsiteX7" fmla="*/ 11837230 w 12192000"/>
              <a:gd name="connsiteY7" fmla="*/ 219075 h 6858000"/>
              <a:gd name="connsiteX8" fmla="*/ 0 w 12192000"/>
              <a:gd name="connsiteY8" fmla="*/ 0 h 6858000"/>
              <a:gd name="connsiteX9" fmla="*/ 12192000 w 12192000"/>
              <a:gd name="connsiteY9" fmla="*/ 0 h 6858000"/>
              <a:gd name="connsiteX10" fmla="*/ 12192000 w 12192000"/>
              <a:gd name="connsiteY10" fmla="*/ 6858000 h 6858000"/>
              <a:gd name="connsiteX11" fmla="*/ 0 w 12192000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6858000">
                <a:moveTo>
                  <a:pt x="342070" y="219075"/>
                </a:moveTo>
                <a:cubicBezTo>
                  <a:pt x="265374" y="219075"/>
                  <a:pt x="203200" y="281249"/>
                  <a:pt x="203200" y="357945"/>
                </a:cubicBezTo>
                <a:lnTo>
                  <a:pt x="203200" y="6506405"/>
                </a:lnTo>
                <a:cubicBezTo>
                  <a:pt x="203200" y="6583101"/>
                  <a:pt x="265374" y="6645275"/>
                  <a:pt x="342070" y="6645275"/>
                </a:cubicBezTo>
                <a:lnTo>
                  <a:pt x="11837230" y="6645275"/>
                </a:lnTo>
                <a:cubicBezTo>
                  <a:pt x="11913926" y="6645275"/>
                  <a:pt x="11976100" y="6583101"/>
                  <a:pt x="11976100" y="6506405"/>
                </a:cubicBezTo>
                <a:lnTo>
                  <a:pt x="11976100" y="357945"/>
                </a:lnTo>
                <a:cubicBezTo>
                  <a:pt x="11976100" y="281249"/>
                  <a:pt x="11913926" y="219075"/>
                  <a:pt x="11837230" y="21907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43" name="Graphique 42">
            <a:extLst>
              <a:ext uri="{FF2B5EF4-FFF2-40B4-BE49-F238E27FC236}">
                <a16:creationId xmlns:a16="http://schemas.microsoft.com/office/drawing/2014/main" id="{01D6153B-97A1-3966-D1C0-E44A64B7E6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1"/>
          <a:stretch>
            <a:fillRect/>
          </a:stretch>
        </p:blipFill>
        <p:spPr>
          <a:xfrm>
            <a:off x="4624388" y="10800"/>
            <a:ext cx="2319739" cy="507998"/>
          </a:xfrm>
          <a:custGeom>
            <a:avLst/>
            <a:gdLst>
              <a:gd name="connsiteX0" fmla="*/ 0 w 2409825"/>
              <a:gd name="connsiteY0" fmla="*/ 0 h 550069"/>
              <a:gd name="connsiteX1" fmla="*/ 2409825 w 2409825"/>
              <a:gd name="connsiteY1" fmla="*/ 0 h 550069"/>
              <a:gd name="connsiteX2" fmla="*/ 2409825 w 2409825"/>
              <a:gd name="connsiteY2" fmla="*/ 550069 h 550069"/>
              <a:gd name="connsiteX3" fmla="*/ 0 w 2409825"/>
              <a:gd name="connsiteY3" fmla="*/ 550069 h 550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9825" h="550069">
                <a:moveTo>
                  <a:pt x="0" y="0"/>
                </a:moveTo>
                <a:lnTo>
                  <a:pt x="2409825" y="0"/>
                </a:lnTo>
                <a:lnTo>
                  <a:pt x="2409825" y="550069"/>
                </a:lnTo>
                <a:lnTo>
                  <a:pt x="0" y="550069"/>
                </a:lnTo>
                <a:close/>
              </a:path>
            </a:pathLst>
          </a:custGeom>
        </p:spPr>
      </p:pic>
      <p:pic>
        <p:nvPicPr>
          <p:cNvPr id="41" name="Graphique 40">
            <a:extLst>
              <a:ext uri="{FF2B5EF4-FFF2-40B4-BE49-F238E27FC236}">
                <a16:creationId xmlns:a16="http://schemas.microsoft.com/office/drawing/2014/main" id="{9C23CE86-6A84-5E52-BA3F-9DD1F6DBB4D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1"/>
          <a:stretch>
            <a:fillRect/>
          </a:stretch>
        </p:blipFill>
        <p:spPr>
          <a:xfrm flipH="1">
            <a:off x="5247875" y="10800"/>
            <a:ext cx="2319739" cy="507997"/>
          </a:xfrm>
          <a:custGeom>
            <a:avLst/>
            <a:gdLst>
              <a:gd name="connsiteX0" fmla="*/ 2409825 w 2409825"/>
              <a:gd name="connsiteY0" fmla="*/ 0 h 550068"/>
              <a:gd name="connsiteX1" fmla="*/ 0 w 2409825"/>
              <a:gd name="connsiteY1" fmla="*/ 0 h 550068"/>
              <a:gd name="connsiteX2" fmla="*/ 0 w 2409825"/>
              <a:gd name="connsiteY2" fmla="*/ 550068 h 550068"/>
              <a:gd name="connsiteX3" fmla="*/ 2409825 w 2409825"/>
              <a:gd name="connsiteY3" fmla="*/ 550068 h 550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9825" h="550068">
                <a:moveTo>
                  <a:pt x="2409825" y="0"/>
                </a:moveTo>
                <a:lnTo>
                  <a:pt x="0" y="0"/>
                </a:lnTo>
                <a:lnTo>
                  <a:pt x="0" y="550068"/>
                </a:lnTo>
                <a:lnTo>
                  <a:pt x="2409825" y="550068"/>
                </a:lnTo>
                <a:close/>
              </a:path>
            </a:pathLst>
          </a:custGeom>
        </p:spPr>
      </p:pic>
      <p:sp>
        <p:nvSpPr>
          <p:cNvPr id="39" name="Forme libre : forme 38">
            <a:extLst>
              <a:ext uri="{FF2B5EF4-FFF2-40B4-BE49-F238E27FC236}">
                <a16:creationId xmlns:a16="http://schemas.microsoft.com/office/drawing/2014/main" id="{6977CA17-93FC-6A5E-35AE-37F10844291B}"/>
              </a:ext>
            </a:extLst>
          </p:cNvPr>
          <p:cNvSpPr/>
          <p:nvPr userDrawn="1"/>
        </p:nvSpPr>
        <p:spPr>
          <a:xfrm rot="16200000" flipH="1">
            <a:off x="4460515" y="-324924"/>
            <a:ext cx="172967" cy="1066800"/>
          </a:xfrm>
          <a:custGeom>
            <a:avLst/>
            <a:gdLst>
              <a:gd name="connsiteX0" fmla="*/ 0 w 201215"/>
              <a:gd name="connsiteY0" fmla="*/ 0 h 1066800"/>
              <a:gd name="connsiteX1" fmla="*/ 0 w 201215"/>
              <a:gd name="connsiteY1" fmla="*/ 1066800 h 1066800"/>
              <a:gd name="connsiteX2" fmla="*/ 201215 w 201215"/>
              <a:gd name="connsiteY2" fmla="*/ 1066800 h 1066800"/>
              <a:gd name="connsiteX3" fmla="*/ 201215 w 201215"/>
              <a:gd name="connsiteY3" fmla="*/ 970857 h 1066800"/>
              <a:gd name="connsiteX4" fmla="*/ 172967 w 201215"/>
              <a:gd name="connsiteY4" fmla="*/ 964544 h 1066800"/>
              <a:gd name="connsiteX5" fmla="*/ 90341 w 201215"/>
              <a:gd name="connsiteY5" fmla="*/ 826544 h 1066800"/>
              <a:gd name="connsiteX6" fmla="*/ 90341 w 201215"/>
              <a:gd name="connsiteY6" fmla="*/ 0 h 1066800"/>
              <a:gd name="connsiteX0" fmla="*/ 201215 w 292655"/>
              <a:gd name="connsiteY0" fmla="*/ 1066800 h 1158240"/>
              <a:gd name="connsiteX1" fmla="*/ 201215 w 292655"/>
              <a:gd name="connsiteY1" fmla="*/ 970857 h 1158240"/>
              <a:gd name="connsiteX2" fmla="*/ 172967 w 292655"/>
              <a:gd name="connsiteY2" fmla="*/ 964544 h 1158240"/>
              <a:gd name="connsiteX3" fmla="*/ 90341 w 292655"/>
              <a:gd name="connsiteY3" fmla="*/ 826544 h 1158240"/>
              <a:gd name="connsiteX4" fmla="*/ 90341 w 292655"/>
              <a:gd name="connsiteY4" fmla="*/ 0 h 1158240"/>
              <a:gd name="connsiteX5" fmla="*/ 0 w 292655"/>
              <a:gd name="connsiteY5" fmla="*/ 0 h 1158240"/>
              <a:gd name="connsiteX6" fmla="*/ 0 w 292655"/>
              <a:gd name="connsiteY6" fmla="*/ 1066800 h 1158240"/>
              <a:gd name="connsiteX7" fmla="*/ 292655 w 292655"/>
              <a:gd name="connsiteY7" fmla="*/ 1158240 h 1158240"/>
              <a:gd name="connsiteX0" fmla="*/ 201215 w 201215"/>
              <a:gd name="connsiteY0" fmla="*/ 1066800 h 1066800"/>
              <a:gd name="connsiteX1" fmla="*/ 201215 w 201215"/>
              <a:gd name="connsiteY1" fmla="*/ 970857 h 1066800"/>
              <a:gd name="connsiteX2" fmla="*/ 172967 w 201215"/>
              <a:gd name="connsiteY2" fmla="*/ 964544 h 1066800"/>
              <a:gd name="connsiteX3" fmla="*/ 90341 w 201215"/>
              <a:gd name="connsiteY3" fmla="*/ 826544 h 1066800"/>
              <a:gd name="connsiteX4" fmla="*/ 90341 w 201215"/>
              <a:gd name="connsiteY4" fmla="*/ 0 h 1066800"/>
              <a:gd name="connsiteX5" fmla="*/ 0 w 201215"/>
              <a:gd name="connsiteY5" fmla="*/ 0 h 1066800"/>
              <a:gd name="connsiteX6" fmla="*/ 0 w 201215"/>
              <a:gd name="connsiteY6" fmla="*/ 1066800 h 1066800"/>
              <a:gd name="connsiteX0" fmla="*/ 201215 w 201215"/>
              <a:gd name="connsiteY0" fmla="*/ 970857 h 1066800"/>
              <a:gd name="connsiteX1" fmla="*/ 172967 w 201215"/>
              <a:gd name="connsiteY1" fmla="*/ 964544 h 1066800"/>
              <a:gd name="connsiteX2" fmla="*/ 90341 w 201215"/>
              <a:gd name="connsiteY2" fmla="*/ 826544 h 1066800"/>
              <a:gd name="connsiteX3" fmla="*/ 90341 w 201215"/>
              <a:gd name="connsiteY3" fmla="*/ 0 h 1066800"/>
              <a:gd name="connsiteX4" fmla="*/ 0 w 201215"/>
              <a:gd name="connsiteY4" fmla="*/ 0 h 1066800"/>
              <a:gd name="connsiteX5" fmla="*/ 0 w 201215"/>
              <a:gd name="connsiteY5" fmla="*/ 1066800 h 1066800"/>
              <a:gd name="connsiteX0" fmla="*/ 172967 w 172967"/>
              <a:gd name="connsiteY0" fmla="*/ 964544 h 1066800"/>
              <a:gd name="connsiteX1" fmla="*/ 90341 w 172967"/>
              <a:gd name="connsiteY1" fmla="*/ 826544 h 1066800"/>
              <a:gd name="connsiteX2" fmla="*/ 90341 w 172967"/>
              <a:gd name="connsiteY2" fmla="*/ 0 h 1066800"/>
              <a:gd name="connsiteX3" fmla="*/ 0 w 172967"/>
              <a:gd name="connsiteY3" fmla="*/ 0 h 1066800"/>
              <a:gd name="connsiteX4" fmla="*/ 0 w 172967"/>
              <a:gd name="connsiteY4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967" h="1066800">
                <a:moveTo>
                  <a:pt x="172967" y="964544"/>
                </a:moveTo>
                <a:cubicBezTo>
                  <a:pt x="124411" y="941807"/>
                  <a:pt x="90341" y="888580"/>
                  <a:pt x="90341" y="826544"/>
                </a:cubicBezTo>
                <a:lnTo>
                  <a:pt x="90341" y="0"/>
                </a:lnTo>
                <a:lnTo>
                  <a:pt x="0" y="0"/>
                </a:lnTo>
                <a:lnTo>
                  <a:pt x="0" y="10668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40" name="Forme libre : forme 39">
            <a:extLst>
              <a:ext uri="{FF2B5EF4-FFF2-40B4-BE49-F238E27FC236}">
                <a16:creationId xmlns:a16="http://schemas.microsoft.com/office/drawing/2014/main" id="{A3A2BBC2-501B-F0C1-42D1-4B9E5A5A7942}"/>
              </a:ext>
            </a:extLst>
          </p:cNvPr>
          <p:cNvSpPr/>
          <p:nvPr userDrawn="1"/>
        </p:nvSpPr>
        <p:spPr>
          <a:xfrm rot="5400000">
            <a:off x="7558525" y="-324924"/>
            <a:ext cx="172967" cy="1066800"/>
          </a:xfrm>
          <a:custGeom>
            <a:avLst/>
            <a:gdLst>
              <a:gd name="connsiteX0" fmla="*/ 0 w 201215"/>
              <a:gd name="connsiteY0" fmla="*/ 0 h 1066800"/>
              <a:gd name="connsiteX1" fmla="*/ 0 w 201215"/>
              <a:gd name="connsiteY1" fmla="*/ 1066800 h 1066800"/>
              <a:gd name="connsiteX2" fmla="*/ 201215 w 201215"/>
              <a:gd name="connsiteY2" fmla="*/ 1066800 h 1066800"/>
              <a:gd name="connsiteX3" fmla="*/ 201215 w 201215"/>
              <a:gd name="connsiteY3" fmla="*/ 970857 h 1066800"/>
              <a:gd name="connsiteX4" fmla="*/ 172967 w 201215"/>
              <a:gd name="connsiteY4" fmla="*/ 964544 h 1066800"/>
              <a:gd name="connsiteX5" fmla="*/ 90341 w 201215"/>
              <a:gd name="connsiteY5" fmla="*/ 826544 h 1066800"/>
              <a:gd name="connsiteX6" fmla="*/ 90341 w 201215"/>
              <a:gd name="connsiteY6" fmla="*/ 0 h 1066800"/>
              <a:gd name="connsiteX0" fmla="*/ 201215 w 292655"/>
              <a:gd name="connsiteY0" fmla="*/ 1066800 h 1158240"/>
              <a:gd name="connsiteX1" fmla="*/ 201215 w 292655"/>
              <a:gd name="connsiteY1" fmla="*/ 970857 h 1158240"/>
              <a:gd name="connsiteX2" fmla="*/ 172967 w 292655"/>
              <a:gd name="connsiteY2" fmla="*/ 964544 h 1158240"/>
              <a:gd name="connsiteX3" fmla="*/ 90341 w 292655"/>
              <a:gd name="connsiteY3" fmla="*/ 826544 h 1158240"/>
              <a:gd name="connsiteX4" fmla="*/ 90341 w 292655"/>
              <a:gd name="connsiteY4" fmla="*/ 0 h 1158240"/>
              <a:gd name="connsiteX5" fmla="*/ 0 w 292655"/>
              <a:gd name="connsiteY5" fmla="*/ 0 h 1158240"/>
              <a:gd name="connsiteX6" fmla="*/ 0 w 292655"/>
              <a:gd name="connsiteY6" fmla="*/ 1066800 h 1158240"/>
              <a:gd name="connsiteX7" fmla="*/ 292655 w 292655"/>
              <a:gd name="connsiteY7" fmla="*/ 1158240 h 1158240"/>
              <a:gd name="connsiteX0" fmla="*/ 201215 w 201215"/>
              <a:gd name="connsiteY0" fmla="*/ 1066800 h 1066800"/>
              <a:gd name="connsiteX1" fmla="*/ 201215 w 201215"/>
              <a:gd name="connsiteY1" fmla="*/ 970857 h 1066800"/>
              <a:gd name="connsiteX2" fmla="*/ 172967 w 201215"/>
              <a:gd name="connsiteY2" fmla="*/ 964544 h 1066800"/>
              <a:gd name="connsiteX3" fmla="*/ 90341 w 201215"/>
              <a:gd name="connsiteY3" fmla="*/ 826544 h 1066800"/>
              <a:gd name="connsiteX4" fmla="*/ 90341 w 201215"/>
              <a:gd name="connsiteY4" fmla="*/ 0 h 1066800"/>
              <a:gd name="connsiteX5" fmla="*/ 0 w 201215"/>
              <a:gd name="connsiteY5" fmla="*/ 0 h 1066800"/>
              <a:gd name="connsiteX6" fmla="*/ 0 w 201215"/>
              <a:gd name="connsiteY6" fmla="*/ 1066800 h 1066800"/>
              <a:gd name="connsiteX0" fmla="*/ 201215 w 201215"/>
              <a:gd name="connsiteY0" fmla="*/ 970857 h 1066800"/>
              <a:gd name="connsiteX1" fmla="*/ 172967 w 201215"/>
              <a:gd name="connsiteY1" fmla="*/ 964544 h 1066800"/>
              <a:gd name="connsiteX2" fmla="*/ 90341 w 201215"/>
              <a:gd name="connsiteY2" fmla="*/ 826544 h 1066800"/>
              <a:gd name="connsiteX3" fmla="*/ 90341 w 201215"/>
              <a:gd name="connsiteY3" fmla="*/ 0 h 1066800"/>
              <a:gd name="connsiteX4" fmla="*/ 0 w 201215"/>
              <a:gd name="connsiteY4" fmla="*/ 0 h 1066800"/>
              <a:gd name="connsiteX5" fmla="*/ 0 w 201215"/>
              <a:gd name="connsiteY5" fmla="*/ 1066800 h 1066800"/>
              <a:gd name="connsiteX0" fmla="*/ 172967 w 172967"/>
              <a:gd name="connsiteY0" fmla="*/ 964544 h 1066800"/>
              <a:gd name="connsiteX1" fmla="*/ 90341 w 172967"/>
              <a:gd name="connsiteY1" fmla="*/ 826544 h 1066800"/>
              <a:gd name="connsiteX2" fmla="*/ 90341 w 172967"/>
              <a:gd name="connsiteY2" fmla="*/ 0 h 1066800"/>
              <a:gd name="connsiteX3" fmla="*/ 0 w 172967"/>
              <a:gd name="connsiteY3" fmla="*/ 0 h 1066800"/>
              <a:gd name="connsiteX4" fmla="*/ 0 w 172967"/>
              <a:gd name="connsiteY4" fmla="*/ 1066800 h 1066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2967" h="1066800">
                <a:moveTo>
                  <a:pt x="172967" y="964544"/>
                </a:moveTo>
                <a:cubicBezTo>
                  <a:pt x="124411" y="941807"/>
                  <a:pt x="90341" y="888580"/>
                  <a:pt x="90341" y="826544"/>
                </a:cubicBezTo>
                <a:lnTo>
                  <a:pt x="90341" y="0"/>
                </a:lnTo>
                <a:lnTo>
                  <a:pt x="0" y="0"/>
                </a:lnTo>
                <a:lnTo>
                  <a:pt x="0" y="1066800"/>
                </a:lnTo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D0B57296-C0F7-B665-CB0B-2F3AF6B44B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1660" y="3087734"/>
            <a:ext cx="184731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0C30FB9-677B-AA14-1466-60A25F2821C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11758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no visual [compagny]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D44FC9-82DD-F837-788A-082157C08D6F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431799" y="603693"/>
            <a:ext cx="11324771" cy="2063606"/>
          </a:xfrm>
          <a:effectLst/>
        </p:spPr>
        <p:txBody>
          <a:bodyPr lIns="180000" tIns="288000" bIns="0" anchor="t">
            <a:spAutoFit/>
          </a:bodyPr>
          <a:lstStyle>
            <a:lvl1pPr algn="l">
              <a:lnSpc>
                <a:spcPct val="80000"/>
              </a:lnSpc>
              <a:defRPr sz="7200" cap="all" baseline="0">
                <a:solidFill>
                  <a:schemeClr val="accent6"/>
                </a:solidFill>
                <a:effectLst/>
              </a:defRPr>
            </a:lvl1pPr>
          </a:lstStyle>
          <a:p>
            <a:r>
              <a:rPr lang="fr-FR" err="1"/>
              <a:t>Title</a:t>
            </a:r>
            <a:r>
              <a:rPr lang="fr-FR"/>
              <a:t> of the </a:t>
            </a:r>
            <a:r>
              <a:rPr lang="fr-FR" err="1"/>
              <a:t>presentation</a:t>
            </a:r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sp>
        <p:nvSpPr>
          <p:cNvPr id="28" name="Graphique 20">
            <a:extLst>
              <a:ext uri="{FF2B5EF4-FFF2-40B4-BE49-F238E27FC236}">
                <a16:creationId xmlns:a16="http://schemas.microsoft.com/office/drawing/2014/main" id="{E888F944-1054-0A87-B76D-10CF9D63E6BB}"/>
              </a:ext>
            </a:extLst>
          </p:cNvPr>
          <p:cNvSpPr/>
          <p:nvPr/>
        </p:nvSpPr>
        <p:spPr>
          <a:xfrm>
            <a:off x="209550" y="220562"/>
            <a:ext cx="11772900" cy="6070853"/>
          </a:xfrm>
          <a:custGeom>
            <a:avLst/>
            <a:gdLst>
              <a:gd name="connsiteX0" fmla="*/ 11634026 w 11772900"/>
              <a:gd name="connsiteY0" fmla="*/ 0 h 6070853"/>
              <a:gd name="connsiteX1" fmla="*/ 7090696 w 11772900"/>
              <a:gd name="connsiteY1" fmla="*/ 0 h 6070853"/>
              <a:gd name="connsiteX2" fmla="*/ 7040214 w 11772900"/>
              <a:gd name="connsiteY2" fmla="*/ 43529 h 6070853"/>
              <a:gd name="connsiteX3" fmla="*/ 6970110 w 11772900"/>
              <a:gd name="connsiteY3" fmla="*/ 243650 h 6070853"/>
              <a:gd name="connsiteX4" fmla="*/ 6900005 w 11772900"/>
              <a:gd name="connsiteY4" fmla="*/ 305943 h 6070853"/>
              <a:gd name="connsiteX5" fmla="*/ 4909090 w 11772900"/>
              <a:gd name="connsiteY5" fmla="*/ 305943 h 6070853"/>
              <a:gd name="connsiteX6" fmla="*/ 4839272 w 11772900"/>
              <a:gd name="connsiteY6" fmla="*/ 243650 h 6070853"/>
              <a:gd name="connsiteX7" fmla="*/ 4769454 w 11772900"/>
              <a:gd name="connsiteY7" fmla="*/ 43529 h 6070853"/>
              <a:gd name="connsiteX8" fmla="*/ 4719162 w 11772900"/>
              <a:gd name="connsiteY8" fmla="*/ 0 h 6070853"/>
              <a:gd name="connsiteX9" fmla="*/ 138875 w 11772900"/>
              <a:gd name="connsiteY9" fmla="*/ 0 h 6070853"/>
              <a:gd name="connsiteX10" fmla="*/ 0 w 11772900"/>
              <a:gd name="connsiteY10" fmla="*/ 138875 h 6070853"/>
              <a:gd name="connsiteX11" fmla="*/ 0 w 11772900"/>
              <a:gd name="connsiteY11" fmla="*/ 5086350 h 6070853"/>
              <a:gd name="connsiteX12" fmla="*/ 2381 w 11772900"/>
              <a:gd name="connsiteY12" fmla="*/ 5086350 h 6070853"/>
              <a:gd name="connsiteX13" fmla="*/ 2381 w 11772900"/>
              <a:gd name="connsiteY13" fmla="*/ 5912930 h 6070853"/>
              <a:gd name="connsiteX14" fmla="*/ 139065 w 11772900"/>
              <a:gd name="connsiteY14" fmla="*/ 6062663 h 6070853"/>
              <a:gd name="connsiteX15" fmla="*/ 149257 w 11772900"/>
              <a:gd name="connsiteY15" fmla="*/ 6062663 h 6070853"/>
              <a:gd name="connsiteX16" fmla="*/ 149257 w 11772900"/>
              <a:gd name="connsiteY16" fmla="*/ 6070854 h 6070853"/>
              <a:gd name="connsiteX17" fmla="*/ 5886546 w 11772900"/>
              <a:gd name="connsiteY17" fmla="*/ 5424488 h 6070853"/>
              <a:gd name="connsiteX18" fmla="*/ 11636407 w 11772900"/>
              <a:gd name="connsiteY18" fmla="*/ 6066854 h 6070853"/>
              <a:gd name="connsiteX19" fmla="*/ 11636407 w 11772900"/>
              <a:gd name="connsiteY19" fmla="*/ 6062663 h 6070853"/>
              <a:gd name="connsiteX20" fmla="*/ 11646598 w 11772900"/>
              <a:gd name="connsiteY20" fmla="*/ 6062663 h 6070853"/>
              <a:gd name="connsiteX21" fmla="*/ 11772900 w 11772900"/>
              <a:gd name="connsiteY21" fmla="*/ 5970080 h 6070853"/>
              <a:gd name="connsiteX22" fmla="*/ 11772900 w 11772900"/>
              <a:gd name="connsiteY22" fmla="*/ 138875 h 6070853"/>
              <a:gd name="connsiteX23" fmla="*/ 11634026 w 11772900"/>
              <a:gd name="connsiteY23" fmla="*/ 0 h 607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1772900" h="6070853">
                <a:moveTo>
                  <a:pt x="11634026" y="0"/>
                </a:moveTo>
                <a:lnTo>
                  <a:pt x="7090696" y="0"/>
                </a:lnTo>
                <a:cubicBezTo>
                  <a:pt x="7072122" y="7049"/>
                  <a:pt x="7048310" y="20288"/>
                  <a:pt x="7040214" y="43529"/>
                </a:cubicBezTo>
                <a:lnTo>
                  <a:pt x="6970110" y="243650"/>
                </a:lnTo>
                <a:cubicBezTo>
                  <a:pt x="6970110" y="243650"/>
                  <a:pt x="6946773" y="305943"/>
                  <a:pt x="6900005" y="305943"/>
                </a:cubicBezTo>
                <a:lnTo>
                  <a:pt x="4909090" y="305943"/>
                </a:lnTo>
                <a:cubicBezTo>
                  <a:pt x="4862513" y="305943"/>
                  <a:pt x="4839272" y="243650"/>
                  <a:pt x="4839272" y="243650"/>
                </a:cubicBezTo>
                <a:lnTo>
                  <a:pt x="4769454" y="43529"/>
                </a:lnTo>
                <a:cubicBezTo>
                  <a:pt x="4761357" y="20288"/>
                  <a:pt x="4737735" y="7049"/>
                  <a:pt x="4719162" y="0"/>
                </a:cubicBezTo>
                <a:lnTo>
                  <a:pt x="138875" y="0"/>
                </a:lnTo>
                <a:cubicBezTo>
                  <a:pt x="62198" y="0"/>
                  <a:pt x="0" y="62198"/>
                  <a:pt x="0" y="138875"/>
                </a:cubicBezTo>
                <a:lnTo>
                  <a:pt x="0" y="5086350"/>
                </a:lnTo>
                <a:lnTo>
                  <a:pt x="2381" y="5086350"/>
                </a:lnTo>
                <a:lnTo>
                  <a:pt x="2381" y="5912930"/>
                </a:lnTo>
                <a:cubicBezTo>
                  <a:pt x="2381" y="5995607"/>
                  <a:pt x="63532" y="6062663"/>
                  <a:pt x="139065" y="6062663"/>
                </a:cubicBezTo>
                <a:lnTo>
                  <a:pt x="149257" y="6062663"/>
                </a:lnTo>
                <a:lnTo>
                  <a:pt x="149257" y="6070854"/>
                </a:lnTo>
                <a:cubicBezTo>
                  <a:pt x="1872520" y="5649754"/>
                  <a:pt x="3858197" y="5425535"/>
                  <a:pt x="5886546" y="5424488"/>
                </a:cubicBezTo>
                <a:cubicBezTo>
                  <a:pt x="7917752" y="5423345"/>
                  <a:pt x="9907905" y="5646230"/>
                  <a:pt x="11636407" y="6066854"/>
                </a:cubicBezTo>
                <a:lnTo>
                  <a:pt x="11636407" y="6062663"/>
                </a:lnTo>
                <a:lnTo>
                  <a:pt x="11646598" y="6062663"/>
                </a:lnTo>
                <a:cubicBezTo>
                  <a:pt x="11703558" y="6062663"/>
                  <a:pt x="11752326" y="6024467"/>
                  <a:pt x="11772900" y="5970080"/>
                </a:cubicBezTo>
                <a:lnTo>
                  <a:pt x="11772900" y="138875"/>
                </a:lnTo>
                <a:cubicBezTo>
                  <a:pt x="11772900" y="62198"/>
                  <a:pt x="11710797" y="0"/>
                  <a:pt x="11634026" y="0"/>
                </a:cubicBezTo>
                <a:close/>
              </a:path>
            </a:pathLst>
          </a:custGeom>
          <a:noFill/>
          <a:ln w="12700" cap="flat">
            <a:solidFill>
              <a:srgbClr val="525668">
                <a:alpha val="64706"/>
              </a:srgbClr>
            </a:solidFill>
            <a:prstDash val="solid"/>
            <a:miter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" name="Espace réservé de la date 3">
            <a:extLst>
              <a:ext uri="{FF2B5EF4-FFF2-40B4-BE49-F238E27FC236}">
                <a16:creationId xmlns:a16="http://schemas.microsoft.com/office/drawing/2014/main" id="{A38F15C3-B903-11CD-BF5D-ACDD5CE30F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1660" y="3087734"/>
            <a:ext cx="184731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>
              <a:defRPr sz="1800">
                <a:solidFill>
                  <a:schemeClr val="accent6"/>
                </a:solidFill>
              </a:defRPr>
            </a:lvl1pPr>
          </a:lstStyle>
          <a:p>
            <a:endParaRPr lang="en-GB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16D8D3E-E247-B825-4FFE-7E7FE37E25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398555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2[compagny]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6AB278-C52C-1715-7042-D709A6BCC19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>
                  <a:alpha val="4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14ECD80C-6428-9B24-0E4D-E16CEFEF9586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1" name="Freeform 5">
              <a:extLst>
                <a:ext uri="{FF2B5EF4-FFF2-40B4-BE49-F238E27FC236}">
                  <a16:creationId xmlns:a16="http://schemas.microsoft.com/office/drawing/2014/main" id="{327F99F8-D484-9ED0-AB73-63E7832E56B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4B54E7B5-5347-6EE0-4463-0AA0438A4F65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39C4B8A8-E5AA-27B3-5275-1330321475E6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32951F63-2036-5AD9-EB99-B39DBC85679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7FCF20F-6543-BBEC-2FC2-CE5713EF8ED6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pic>
        <p:nvPicPr>
          <p:cNvPr id="18" name="Picture 17" descr="Une image contenant Graphique, Police, logo, graphisme&#10;&#10;Description générée automatiquement">
            <a:extLst>
              <a:ext uri="{FF2B5EF4-FFF2-40B4-BE49-F238E27FC236}">
                <a16:creationId xmlns:a16="http://schemas.microsoft.com/office/drawing/2014/main" id="{6E5B9C86-6503-DDE8-7B8B-7563CB69C0D6}"/>
              </a:ext>
            </a:extLst>
          </p:cNvPr>
          <p:cNvPicPr>
            <a:picLocks/>
          </p:cNvPicPr>
          <p:nvPr userDrawn="1"/>
        </p:nvPicPr>
        <p:blipFill>
          <a:blip r:embed="rId3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8276" y="6067171"/>
            <a:ext cx="1695447" cy="356044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4A2EBE39-32D3-A9DB-6878-0B9556DCBDC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927" r="1958"/>
          <a:stretch/>
        </p:blipFill>
        <p:spPr>
          <a:xfrm>
            <a:off x="431799" y="220562"/>
            <a:ext cx="11324771" cy="6096000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675DEAA2-3875-7C76-EA9F-D60F08405AE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799" y="2001783"/>
            <a:ext cx="11324771" cy="2063606"/>
          </a:xfrm>
        </p:spPr>
        <p:txBody>
          <a:bodyPr lIns="180000" tIns="288000" bIns="0" anchor="t">
            <a:spAutoFit/>
          </a:bodyPr>
          <a:lstStyle>
            <a:lvl1pPr algn="l">
              <a:lnSpc>
                <a:spcPct val="80000"/>
              </a:lnSpc>
              <a:defRPr sz="7200" cap="all" baseline="0">
                <a:solidFill>
                  <a:schemeClr val="bg1"/>
                </a:solidFill>
                <a:effectLst>
                  <a:outerShdw blurRad="381000" dist="38100" dir="2700000" algn="tl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/>
              <a:t>Title of the presentation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45C6271-D4DB-6AFB-249F-F40525A10FA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111117" y="105443"/>
            <a:ext cx="2030144" cy="432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2852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 userDrawn="1"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 userDrawn="1"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6869134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 userDrawn="1"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01303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 userDrawn="1"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 userDrawn="1"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 userDrawn="1"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 userDrawn="1"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 userDrawn="1"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 userDrawn="1"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77226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22074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688961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99321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488001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10936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 userDrawn="1"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 userDrawn="1"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9508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 userDrawn="1"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rgbClr val="122A57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7742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C7B4FC1-5F10-9CB1-7E39-0007F559DD5E}"/>
              </a:ext>
            </a:extLst>
          </p:cNvPr>
          <p:cNvSpPr/>
          <p:nvPr userDrawn="1"/>
        </p:nvSpPr>
        <p:spPr>
          <a:xfrm>
            <a:off x="308198" y="5670552"/>
            <a:ext cx="11575605" cy="626760"/>
          </a:xfrm>
          <a:custGeom>
            <a:avLst/>
            <a:gdLst>
              <a:gd name="connsiteX0" fmla="*/ 5809477 w 11575605"/>
              <a:gd name="connsiteY0" fmla="*/ 4 h 1720849"/>
              <a:gd name="connsiteX1" fmla="*/ 11575605 w 11575605"/>
              <a:gd name="connsiteY1" fmla="*/ 609764 h 1720849"/>
              <a:gd name="connsiteX2" fmla="*/ 9609772 w 11575605"/>
              <a:gd name="connsiteY2" fmla="*/ 1720849 h 1720849"/>
              <a:gd name="connsiteX3" fmla="*/ 1970511 w 11575605"/>
              <a:gd name="connsiteY3" fmla="*/ 1720849 h 1720849"/>
              <a:gd name="connsiteX4" fmla="*/ 0 w 11575605"/>
              <a:gd name="connsiteY4" fmla="*/ 626760 h 1720849"/>
              <a:gd name="connsiteX5" fmla="*/ 5809477 w 11575605"/>
              <a:gd name="connsiteY5" fmla="*/ 4 h 1720849"/>
              <a:gd name="connsiteX0" fmla="*/ 1970511 w 11575605"/>
              <a:gd name="connsiteY0" fmla="*/ 1720849 h 1812289"/>
              <a:gd name="connsiteX1" fmla="*/ 0 w 11575605"/>
              <a:gd name="connsiteY1" fmla="*/ 626760 h 1812289"/>
              <a:gd name="connsiteX2" fmla="*/ 5809477 w 11575605"/>
              <a:gd name="connsiteY2" fmla="*/ 4 h 1812289"/>
              <a:gd name="connsiteX3" fmla="*/ 11575605 w 11575605"/>
              <a:gd name="connsiteY3" fmla="*/ 609764 h 1812289"/>
              <a:gd name="connsiteX4" fmla="*/ 9609772 w 11575605"/>
              <a:gd name="connsiteY4" fmla="*/ 1720849 h 1812289"/>
              <a:gd name="connsiteX5" fmla="*/ 2061951 w 11575605"/>
              <a:gd name="connsiteY5" fmla="*/ 1812289 h 1812289"/>
              <a:gd name="connsiteX0" fmla="*/ 1970511 w 11575605"/>
              <a:gd name="connsiteY0" fmla="*/ 1720849 h 1720849"/>
              <a:gd name="connsiteX1" fmla="*/ 0 w 11575605"/>
              <a:gd name="connsiteY1" fmla="*/ 626760 h 1720849"/>
              <a:gd name="connsiteX2" fmla="*/ 5809477 w 11575605"/>
              <a:gd name="connsiteY2" fmla="*/ 4 h 1720849"/>
              <a:gd name="connsiteX3" fmla="*/ 11575605 w 11575605"/>
              <a:gd name="connsiteY3" fmla="*/ 609764 h 1720849"/>
              <a:gd name="connsiteX4" fmla="*/ 9609772 w 11575605"/>
              <a:gd name="connsiteY4" fmla="*/ 1720849 h 1720849"/>
              <a:gd name="connsiteX0" fmla="*/ 0 w 11575605"/>
              <a:gd name="connsiteY0" fmla="*/ 626760 h 1720849"/>
              <a:gd name="connsiteX1" fmla="*/ 5809477 w 11575605"/>
              <a:gd name="connsiteY1" fmla="*/ 4 h 1720849"/>
              <a:gd name="connsiteX2" fmla="*/ 11575605 w 11575605"/>
              <a:gd name="connsiteY2" fmla="*/ 609764 h 1720849"/>
              <a:gd name="connsiteX3" fmla="*/ 9609772 w 11575605"/>
              <a:gd name="connsiteY3" fmla="*/ 1720849 h 1720849"/>
              <a:gd name="connsiteX0" fmla="*/ 0 w 11575605"/>
              <a:gd name="connsiteY0" fmla="*/ 626760 h 626760"/>
              <a:gd name="connsiteX1" fmla="*/ 5809477 w 11575605"/>
              <a:gd name="connsiteY1" fmla="*/ 4 h 626760"/>
              <a:gd name="connsiteX2" fmla="*/ 11575605 w 11575605"/>
              <a:gd name="connsiteY2" fmla="*/ 609764 h 626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75605" h="626760">
                <a:moveTo>
                  <a:pt x="0" y="626760"/>
                </a:moveTo>
                <a:cubicBezTo>
                  <a:pt x="1728228" y="218748"/>
                  <a:pt x="3746287" y="1030"/>
                  <a:pt x="5809477" y="4"/>
                </a:cubicBezTo>
                <a:cubicBezTo>
                  <a:pt x="7853204" y="-1012"/>
                  <a:pt x="9854683" y="210641"/>
                  <a:pt x="11575605" y="609764"/>
                </a:cubicBezTo>
              </a:path>
            </a:pathLst>
          </a:custGeom>
          <a:ln w="12700">
            <a:solidFill>
              <a:schemeClr val="bg1"/>
            </a:solidFill>
          </a:ln>
          <a:effectLst>
            <a:outerShdw blurRad="190500" dist="20000" dir="5400000" rotWithShape="0">
              <a:srgbClr val="000000">
                <a:alpha val="20000"/>
              </a:srgb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/>
          </a:p>
        </p:txBody>
      </p:sp>
      <p:pic>
        <p:nvPicPr>
          <p:cNvPr id="7" name="Graphique 6">
            <a:extLst>
              <a:ext uri="{FF2B5EF4-FFF2-40B4-BE49-F238E27FC236}">
                <a16:creationId xmlns:a16="http://schemas.microsoft.com/office/drawing/2014/main" id="{E0C741DD-78D5-B33E-6760-2F721D3728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8276" y="6067171"/>
            <a:ext cx="1695448" cy="356044"/>
          </a:xfrm>
          <a:prstGeom prst="rect">
            <a:avLst/>
          </a:prstGeom>
        </p:spPr>
      </p:pic>
      <p:grpSp>
        <p:nvGrpSpPr>
          <p:cNvPr id="27" name="Groupe 26">
            <a:extLst>
              <a:ext uri="{FF2B5EF4-FFF2-40B4-BE49-F238E27FC236}">
                <a16:creationId xmlns:a16="http://schemas.microsoft.com/office/drawing/2014/main" id="{C3F1D64C-9BE7-9463-D7A2-D4DA86C77212}"/>
              </a:ext>
            </a:extLst>
          </p:cNvPr>
          <p:cNvGrpSpPr/>
          <p:nvPr userDrawn="1"/>
        </p:nvGrpSpPr>
        <p:grpSpPr>
          <a:xfrm>
            <a:off x="4615543" y="2458519"/>
            <a:ext cx="2960914" cy="1940962"/>
            <a:chOff x="861349" y="0"/>
            <a:chExt cx="10466695" cy="6861211"/>
          </a:xfrm>
        </p:grpSpPr>
        <p:grpSp>
          <p:nvGrpSpPr>
            <p:cNvPr id="10" name="Graphique 7">
              <a:extLst>
                <a:ext uri="{FF2B5EF4-FFF2-40B4-BE49-F238E27FC236}">
                  <a16:creationId xmlns:a16="http://schemas.microsoft.com/office/drawing/2014/main" id="{25593FCB-7F44-74C3-EA1E-CEB7F2F67530}"/>
                </a:ext>
              </a:extLst>
            </p:cNvPr>
            <p:cNvGrpSpPr/>
            <p:nvPr/>
          </p:nvGrpSpPr>
          <p:grpSpPr>
            <a:xfrm>
              <a:off x="861349" y="0"/>
              <a:ext cx="2835739" cy="3183067"/>
              <a:chOff x="861349" y="0"/>
              <a:chExt cx="2835739" cy="3183067"/>
            </a:xfrm>
            <a:solidFill>
              <a:srgbClr val="FFFFFF"/>
            </a:solidFill>
          </p:grpSpPr>
          <p:sp>
            <p:nvSpPr>
              <p:cNvPr id="11" name="Forme libre : forme 10">
                <a:extLst>
                  <a:ext uri="{FF2B5EF4-FFF2-40B4-BE49-F238E27FC236}">
                    <a16:creationId xmlns:a16="http://schemas.microsoft.com/office/drawing/2014/main" id="{F867BA74-350C-1350-7B15-EDD32886BA65}"/>
                  </a:ext>
                </a:extLst>
              </p:cNvPr>
              <p:cNvSpPr/>
              <p:nvPr/>
            </p:nvSpPr>
            <p:spPr>
              <a:xfrm>
                <a:off x="861349" y="41321"/>
                <a:ext cx="1331146" cy="3100336"/>
              </a:xfrm>
              <a:custGeom>
                <a:avLst/>
                <a:gdLst>
                  <a:gd name="connsiteX0" fmla="*/ 814366 w 1331146"/>
                  <a:gd name="connsiteY0" fmla="*/ 872268 h 3100336"/>
                  <a:gd name="connsiteX1" fmla="*/ 587010 w 1331146"/>
                  <a:gd name="connsiteY1" fmla="*/ 479539 h 3100336"/>
                  <a:gd name="connsiteX2" fmla="*/ 512614 w 1331146"/>
                  <a:gd name="connsiteY2" fmla="*/ 479539 h 3100336"/>
                  <a:gd name="connsiteX3" fmla="*/ 512614 w 1331146"/>
                  <a:gd name="connsiteY3" fmla="*/ 1430371 h 3100336"/>
                  <a:gd name="connsiteX4" fmla="*/ 587010 w 1331146"/>
                  <a:gd name="connsiteY4" fmla="*/ 1430371 h 3100336"/>
                  <a:gd name="connsiteX5" fmla="*/ 814366 w 1331146"/>
                  <a:gd name="connsiteY5" fmla="*/ 1037641 h 3100336"/>
                  <a:gd name="connsiteX6" fmla="*/ 814366 w 1331146"/>
                  <a:gd name="connsiteY6" fmla="*/ 872268 h 3100336"/>
                  <a:gd name="connsiteX7" fmla="*/ 1331146 w 1331146"/>
                  <a:gd name="connsiteY7" fmla="*/ 880515 h 3100336"/>
                  <a:gd name="connsiteX8" fmla="*/ 1331146 w 1331146"/>
                  <a:gd name="connsiteY8" fmla="*/ 1029308 h 3100336"/>
                  <a:gd name="connsiteX9" fmla="*/ 587097 w 1331146"/>
                  <a:gd name="connsiteY9" fmla="*/ 1905656 h 3100336"/>
                  <a:gd name="connsiteX10" fmla="*/ 512701 w 1331146"/>
                  <a:gd name="connsiteY10" fmla="*/ 1905656 h 3100336"/>
                  <a:gd name="connsiteX11" fmla="*/ 512701 w 1331146"/>
                  <a:gd name="connsiteY11" fmla="*/ 3100337 h 3100336"/>
                  <a:gd name="connsiteX12" fmla="*/ 0 w 1331146"/>
                  <a:gd name="connsiteY12" fmla="*/ 3100337 h 3100336"/>
                  <a:gd name="connsiteX13" fmla="*/ 0 w 1331146"/>
                  <a:gd name="connsiteY13" fmla="*/ 0 h 3100336"/>
                  <a:gd name="connsiteX14" fmla="*/ 587010 w 1331146"/>
                  <a:gd name="connsiteY14" fmla="*/ 0 h 3100336"/>
                  <a:gd name="connsiteX15" fmla="*/ 1331060 w 1331146"/>
                  <a:gd name="connsiteY15" fmla="*/ 880515 h 3100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31146" h="3100336">
                    <a:moveTo>
                      <a:pt x="814366" y="872268"/>
                    </a:moveTo>
                    <a:cubicBezTo>
                      <a:pt x="814366" y="549855"/>
                      <a:pt x="735803" y="479539"/>
                      <a:pt x="587010" y="479539"/>
                    </a:cubicBezTo>
                    <a:lnTo>
                      <a:pt x="512614" y="479539"/>
                    </a:lnTo>
                    <a:lnTo>
                      <a:pt x="512614" y="1430371"/>
                    </a:lnTo>
                    <a:lnTo>
                      <a:pt x="587010" y="1430371"/>
                    </a:lnTo>
                    <a:cubicBezTo>
                      <a:pt x="735803" y="1430371"/>
                      <a:pt x="814366" y="1360054"/>
                      <a:pt x="814366" y="1037641"/>
                    </a:cubicBezTo>
                    <a:lnTo>
                      <a:pt x="814366" y="872268"/>
                    </a:lnTo>
                    <a:close/>
                    <a:moveTo>
                      <a:pt x="1331146" y="880515"/>
                    </a:moveTo>
                    <a:lnTo>
                      <a:pt x="1331146" y="1029308"/>
                    </a:lnTo>
                    <a:cubicBezTo>
                      <a:pt x="1331146" y="1645312"/>
                      <a:pt x="1083130" y="1905656"/>
                      <a:pt x="587097" y="1905656"/>
                    </a:cubicBezTo>
                    <a:lnTo>
                      <a:pt x="512701" y="1905656"/>
                    </a:lnTo>
                    <a:lnTo>
                      <a:pt x="512701" y="3100337"/>
                    </a:lnTo>
                    <a:lnTo>
                      <a:pt x="0" y="3100337"/>
                    </a:lnTo>
                    <a:lnTo>
                      <a:pt x="0" y="0"/>
                    </a:lnTo>
                    <a:lnTo>
                      <a:pt x="587010" y="0"/>
                    </a:lnTo>
                    <a:cubicBezTo>
                      <a:pt x="1083043" y="0"/>
                      <a:pt x="1331060" y="260430"/>
                      <a:pt x="1331060" y="880515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2" name="Forme libre : forme 11">
                <a:extLst>
                  <a:ext uri="{FF2B5EF4-FFF2-40B4-BE49-F238E27FC236}">
                    <a16:creationId xmlns:a16="http://schemas.microsoft.com/office/drawing/2014/main" id="{331B8D34-9291-0919-40FE-ACD26FAA80F4}"/>
                  </a:ext>
                </a:extLst>
              </p:cNvPr>
              <p:cNvSpPr/>
              <p:nvPr/>
            </p:nvSpPr>
            <p:spPr>
              <a:xfrm>
                <a:off x="2353614" y="0"/>
                <a:ext cx="1343473" cy="3183067"/>
              </a:xfrm>
              <a:custGeom>
                <a:avLst/>
                <a:gdLst>
                  <a:gd name="connsiteX0" fmla="*/ 673820 w 1343473"/>
                  <a:gd name="connsiteY0" fmla="*/ 475372 h 3183067"/>
                  <a:gd name="connsiteX1" fmla="*/ 516694 w 1343473"/>
                  <a:gd name="connsiteY1" fmla="*/ 644912 h 3183067"/>
                  <a:gd name="connsiteX2" fmla="*/ 516694 w 1343473"/>
                  <a:gd name="connsiteY2" fmla="*/ 2538242 h 3183067"/>
                  <a:gd name="connsiteX3" fmla="*/ 673820 w 1343473"/>
                  <a:gd name="connsiteY3" fmla="*/ 2707782 h 3183067"/>
                  <a:gd name="connsiteX4" fmla="*/ 830860 w 1343473"/>
                  <a:gd name="connsiteY4" fmla="*/ 2538242 h 3183067"/>
                  <a:gd name="connsiteX5" fmla="*/ 830860 w 1343473"/>
                  <a:gd name="connsiteY5" fmla="*/ 644912 h 3183067"/>
                  <a:gd name="connsiteX6" fmla="*/ 673820 w 1343473"/>
                  <a:gd name="connsiteY6" fmla="*/ 475372 h 3183067"/>
                  <a:gd name="connsiteX7" fmla="*/ 1343474 w 1343473"/>
                  <a:gd name="connsiteY7" fmla="*/ 644912 h 3183067"/>
                  <a:gd name="connsiteX8" fmla="*/ 1343474 w 1343473"/>
                  <a:gd name="connsiteY8" fmla="*/ 2538242 h 3183067"/>
                  <a:gd name="connsiteX9" fmla="*/ 673820 w 1343473"/>
                  <a:gd name="connsiteY9" fmla="*/ 3183067 h 3183067"/>
                  <a:gd name="connsiteX10" fmla="*/ 0 w 1343473"/>
                  <a:gd name="connsiteY10" fmla="*/ 2538242 h 3183067"/>
                  <a:gd name="connsiteX11" fmla="*/ 0 w 1343473"/>
                  <a:gd name="connsiteY11" fmla="*/ 644912 h 3183067"/>
                  <a:gd name="connsiteX12" fmla="*/ 673820 w 1343473"/>
                  <a:gd name="connsiteY12" fmla="*/ 0 h 3183067"/>
                  <a:gd name="connsiteX13" fmla="*/ 1343474 w 1343473"/>
                  <a:gd name="connsiteY13" fmla="*/ 644912 h 3183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43473" h="3183067">
                    <a:moveTo>
                      <a:pt x="673820" y="475372"/>
                    </a:moveTo>
                    <a:cubicBezTo>
                      <a:pt x="578676" y="475372"/>
                      <a:pt x="516694" y="541522"/>
                      <a:pt x="516694" y="644912"/>
                    </a:cubicBezTo>
                    <a:lnTo>
                      <a:pt x="516694" y="2538242"/>
                    </a:lnTo>
                    <a:cubicBezTo>
                      <a:pt x="516694" y="2641546"/>
                      <a:pt x="578676" y="2707782"/>
                      <a:pt x="673820" y="2707782"/>
                    </a:cubicBezTo>
                    <a:cubicBezTo>
                      <a:pt x="768964" y="2707782"/>
                      <a:pt x="830860" y="2641632"/>
                      <a:pt x="830860" y="2538242"/>
                    </a:cubicBezTo>
                    <a:lnTo>
                      <a:pt x="830860" y="644912"/>
                    </a:lnTo>
                    <a:cubicBezTo>
                      <a:pt x="830860" y="541608"/>
                      <a:pt x="768877" y="475372"/>
                      <a:pt x="673820" y="475372"/>
                    </a:cubicBezTo>
                    <a:moveTo>
                      <a:pt x="1343474" y="644912"/>
                    </a:moveTo>
                    <a:lnTo>
                      <a:pt x="1343474" y="2538242"/>
                    </a:lnTo>
                    <a:cubicBezTo>
                      <a:pt x="1343474" y="2914390"/>
                      <a:pt x="1070629" y="3183067"/>
                      <a:pt x="673820" y="3183067"/>
                    </a:cubicBezTo>
                    <a:cubicBezTo>
                      <a:pt x="277011" y="3183067"/>
                      <a:pt x="0" y="2914390"/>
                      <a:pt x="0" y="2538242"/>
                    </a:cubicBezTo>
                    <a:lnTo>
                      <a:pt x="0" y="644912"/>
                    </a:lnTo>
                    <a:cubicBezTo>
                      <a:pt x="0" y="268764"/>
                      <a:pt x="272844" y="0"/>
                      <a:pt x="673820" y="0"/>
                    </a:cubicBezTo>
                    <a:cubicBezTo>
                      <a:pt x="1074796" y="0"/>
                      <a:pt x="1343474" y="268764"/>
                      <a:pt x="1343474" y="644912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F5762539-1930-BA2C-E334-B6F89AFA6F84}"/>
                </a:ext>
              </a:extLst>
            </p:cNvPr>
            <p:cNvSpPr/>
            <p:nvPr/>
          </p:nvSpPr>
          <p:spPr>
            <a:xfrm>
              <a:off x="3746743" y="41321"/>
              <a:ext cx="2128931" cy="3100423"/>
            </a:xfrm>
            <a:custGeom>
              <a:avLst/>
              <a:gdLst>
                <a:gd name="connsiteX0" fmla="*/ 2128932 w 2128931"/>
                <a:gd name="connsiteY0" fmla="*/ 0 h 3100423"/>
                <a:gd name="connsiteX1" fmla="*/ 1752783 w 2128931"/>
                <a:gd name="connsiteY1" fmla="*/ 3100424 h 3100423"/>
                <a:gd name="connsiteX2" fmla="*/ 1223589 w 2128931"/>
                <a:gd name="connsiteY2" fmla="*/ 3100424 h 3100423"/>
                <a:gd name="connsiteX3" fmla="*/ 1062382 w 2128931"/>
                <a:gd name="connsiteY3" fmla="*/ 1260830 h 3100423"/>
                <a:gd name="connsiteX4" fmla="*/ 901176 w 2128931"/>
                <a:gd name="connsiteY4" fmla="*/ 3100424 h 3100423"/>
                <a:gd name="connsiteX5" fmla="*/ 376148 w 2128931"/>
                <a:gd name="connsiteY5" fmla="*/ 3100424 h 3100423"/>
                <a:gd name="connsiteX6" fmla="*/ 0 w 2128931"/>
                <a:gd name="connsiteY6" fmla="*/ 0 h 3100423"/>
                <a:gd name="connsiteX7" fmla="*/ 500200 w 2128931"/>
                <a:gd name="connsiteY7" fmla="*/ 0 h 3100423"/>
                <a:gd name="connsiteX8" fmla="*/ 665573 w 2128931"/>
                <a:gd name="connsiteY8" fmla="*/ 1942984 h 3100423"/>
                <a:gd name="connsiteX9" fmla="*/ 826780 w 2128931"/>
                <a:gd name="connsiteY9" fmla="*/ 0 h 3100423"/>
                <a:gd name="connsiteX10" fmla="*/ 1322813 w 2128931"/>
                <a:gd name="connsiteY10" fmla="*/ 0 h 3100423"/>
                <a:gd name="connsiteX11" fmla="*/ 1484019 w 2128931"/>
                <a:gd name="connsiteY11" fmla="*/ 1938817 h 3100423"/>
                <a:gd name="connsiteX12" fmla="*/ 1645226 w 2128931"/>
                <a:gd name="connsiteY12" fmla="*/ 0 h 3100423"/>
                <a:gd name="connsiteX13" fmla="*/ 2128932 w 2128931"/>
                <a:gd name="connsiteY13" fmla="*/ 0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8931" h="3100423">
                  <a:moveTo>
                    <a:pt x="2128932" y="0"/>
                  </a:moveTo>
                  <a:lnTo>
                    <a:pt x="1752783" y="3100424"/>
                  </a:lnTo>
                  <a:lnTo>
                    <a:pt x="1223589" y="3100424"/>
                  </a:lnTo>
                  <a:lnTo>
                    <a:pt x="1062382" y="1260830"/>
                  </a:lnTo>
                  <a:lnTo>
                    <a:pt x="901176" y="3100424"/>
                  </a:lnTo>
                  <a:lnTo>
                    <a:pt x="376148" y="3100424"/>
                  </a:lnTo>
                  <a:lnTo>
                    <a:pt x="0" y="0"/>
                  </a:lnTo>
                  <a:lnTo>
                    <a:pt x="500200" y="0"/>
                  </a:lnTo>
                  <a:lnTo>
                    <a:pt x="665573" y="1942984"/>
                  </a:lnTo>
                  <a:lnTo>
                    <a:pt x="826780" y="0"/>
                  </a:lnTo>
                  <a:lnTo>
                    <a:pt x="1322813" y="0"/>
                  </a:lnTo>
                  <a:lnTo>
                    <a:pt x="1484019" y="1938817"/>
                  </a:lnTo>
                  <a:lnTo>
                    <a:pt x="1645226" y="0"/>
                  </a:lnTo>
                  <a:lnTo>
                    <a:pt x="212893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4" name="Forme libre : forme 13">
              <a:extLst>
                <a:ext uri="{FF2B5EF4-FFF2-40B4-BE49-F238E27FC236}">
                  <a16:creationId xmlns:a16="http://schemas.microsoft.com/office/drawing/2014/main" id="{D1685E00-F3D8-7500-A94C-D52A242FC47C}"/>
                </a:ext>
              </a:extLst>
            </p:cNvPr>
            <p:cNvSpPr/>
            <p:nvPr/>
          </p:nvSpPr>
          <p:spPr>
            <a:xfrm>
              <a:off x="5970645" y="41408"/>
              <a:ext cx="1074883" cy="3100336"/>
            </a:xfrm>
            <a:custGeom>
              <a:avLst/>
              <a:gdLst>
                <a:gd name="connsiteX0" fmla="*/ 1074883 w 1074883"/>
                <a:gd name="connsiteY0" fmla="*/ 2620798 h 3100336"/>
                <a:gd name="connsiteX1" fmla="*/ 1074883 w 1074883"/>
                <a:gd name="connsiteY1" fmla="*/ 3100337 h 3100336"/>
                <a:gd name="connsiteX2" fmla="*/ 0 w 1074883"/>
                <a:gd name="connsiteY2" fmla="*/ 3100337 h 3100336"/>
                <a:gd name="connsiteX3" fmla="*/ 0 w 1074883"/>
                <a:gd name="connsiteY3" fmla="*/ 0 h 3100336"/>
                <a:gd name="connsiteX4" fmla="*/ 1070716 w 1074883"/>
                <a:gd name="connsiteY4" fmla="*/ 0 h 3100336"/>
                <a:gd name="connsiteX5" fmla="*/ 1070716 w 1074883"/>
                <a:gd name="connsiteY5" fmla="*/ 479452 h 3100336"/>
                <a:gd name="connsiteX6" fmla="*/ 512614 w 1074883"/>
                <a:gd name="connsiteY6" fmla="*/ 479452 h 3100336"/>
                <a:gd name="connsiteX7" fmla="*/ 512614 w 1074883"/>
                <a:gd name="connsiteY7" fmla="*/ 1248417 h 3100336"/>
                <a:gd name="connsiteX8" fmla="*/ 950832 w 1074883"/>
                <a:gd name="connsiteY8" fmla="*/ 1248417 h 3100336"/>
                <a:gd name="connsiteX9" fmla="*/ 950832 w 1074883"/>
                <a:gd name="connsiteY9" fmla="*/ 1727956 h 3100336"/>
                <a:gd name="connsiteX10" fmla="*/ 512614 w 1074883"/>
                <a:gd name="connsiteY10" fmla="*/ 1727956 h 3100336"/>
                <a:gd name="connsiteX11" fmla="*/ 512614 w 1074883"/>
                <a:gd name="connsiteY11" fmla="*/ 2620798 h 3100336"/>
                <a:gd name="connsiteX12" fmla="*/ 1074883 w 1074883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883" h="3100336">
                  <a:moveTo>
                    <a:pt x="1074883" y="2620798"/>
                  </a:moveTo>
                  <a:lnTo>
                    <a:pt x="1074883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832" y="1248417"/>
                  </a:lnTo>
                  <a:lnTo>
                    <a:pt x="950832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883" y="2620798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orme libre : forme 14">
              <a:extLst>
                <a:ext uri="{FF2B5EF4-FFF2-40B4-BE49-F238E27FC236}">
                  <a16:creationId xmlns:a16="http://schemas.microsoft.com/office/drawing/2014/main" id="{FD8D460A-14F6-4401-D092-8F196F99B36D}"/>
                </a:ext>
              </a:extLst>
            </p:cNvPr>
            <p:cNvSpPr/>
            <p:nvPr/>
          </p:nvSpPr>
          <p:spPr>
            <a:xfrm>
              <a:off x="7219148" y="41321"/>
              <a:ext cx="1388961" cy="3100423"/>
            </a:xfrm>
            <a:custGeom>
              <a:avLst/>
              <a:gdLst>
                <a:gd name="connsiteX0" fmla="*/ 512527 w 1388961"/>
                <a:gd name="connsiteY0" fmla="*/ 1504767 h 3100423"/>
                <a:gd name="connsiteX1" fmla="*/ 628245 w 1388961"/>
                <a:gd name="connsiteY1" fmla="*/ 1504767 h 3100423"/>
                <a:gd name="connsiteX2" fmla="*/ 814279 w 1388961"/>
                <a:gd name="connsiteY2" fmla="*/ 1260830 h 3100423"/>
                <a:gd name="connsiteX3" fmla="*/ 814279 w 1388961"/>
                <a:gd name="connsiteY3" fmla="*/ 719222 h 3100423"/>
                <a:gd name="connsiteX4" fmla="*/ 628245 w 1388961"/>
                <a:gd name="connsiteY4" fmla="*/ 479452 h 3100423"/>
                <a:gd name="connsiteX5" fmla="*/ 512527 w 1388961"/>
                <a:gd name="connsiteY5" fmla="*/ 479452 h 3100423"/>
                <a:gd name="connsiteX6" fmla="*/ 512527 w 1388961"/>
                <a:gd name="connsiteY6" fmla="*/ 1504680 h 3100423"/>
                <a:gd name="connsiteX7" fmla="*/ 851520 w 1388961"/>
                <a:gd name="connsiteY7" fmla="*/ 3100424 h 3100423"/>
                <a:gd name="connsiteX8" fmla="*/ 669653 w 1388961"/>
                <a:gd name="connsiteY8" fmla="*/ 1984306 h 3100423"/>
                <a:gd name="connsiteX9" fmla="*/ 512614 w 1388961"/>
                <a:gd name="connsiteY9" fmla="*/ 1984306 h 3100423"/>
                <a:gd name="connsiteX10" fmla="*/ 512614 w 1388961"/>
                <a:gd name="connsiteY10" fmla="*/ 3100424 h 3100423"/>
                <a:gd name="connsiteX11" fmla="*/ 0 w 1388961"/>
                <a:gd name="connsiteY11" fmla="*/ 3100424 h 3100423"/>
                <a:gd name="connsiteX12" fmla="*/ 0 w 1388961"/>
                <a:gd name="connsiteY12" fmla="*/ 0 h 3100423"/>
                <a:gd name="connsiteX13" fmla="*/ 628332 w 1388961"/>
                <a:gd name="connsiteY13" fmla="*/ 0 h 3100423"/>
                <a:gd name="connsiteX14" fmla="*/ 1331060 w 1388961"/>
                <a:gd name="connsiteY14" fmla="*/ 727556 h 3100423"/>
                <a:gd name="connsiteX15" fmla="*/ 1331060 w 1388961"/>
                <a:gd name="connsiteY15" fmla="*/ 1256663 h 3100423"/>
                <a:gd name="connsiteX16" fmla="*/ 1145026 w 1388961"/>
                <a:gd name="connsiteY16" fmla="*/ 1789938 h 3100423"/>
                <a:gd name="connsiteX17" fmla="*/ 1388962 w 1388961"/>
                <a:gd name="connsiteY17" fmla="*/ 3100337 h 3100423"/>
                <a:gd name="connsiteX18" fmla="*/ 851520 w 1388961"/>
                <a:gd name="connsiteY18" fmla="*/ 3100337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8961" h="3100423">
                  <a:moveTo>
                    <a:pt x="512527" y="1504767"/>
                  </a:moveTo>
                  <a:lnTo>
                    <a:pt x="628245" y="1504767"/>
                  </a:lnTo>
                  <a:cubicBezTo>
                    <a:pt x="756377" y="1504767"/>
                    <a:pt x="814279" y="1446864"/>
                    <a:pt x="814279" y="1260830"/>
                  </a:cubicBezTo>
                  <a:lnTo>
                    <a:pt x="814279" y="719222"/>
                  </a:lnTo>
                  <a:cubicBezTo>
                    <a:pt x="814279" y="541522"/>
                    <a:pt x="756464" y="479452"/>
                    <a:pt x="628245" y="479452"/>
                  </a:cubicBezTo>
                  <a:lnTo>
                    <a:pt x="512527" y="479452"/>
                  </a:lnTo>
                  <a:lnTo>
                    <a:pt x="512527" y="1504680"/>
                  </a:lnTo>
                  <a:close/>
                  <a:moveTo>
                    <a:pt x="851520" y="3100424"/>
                  </a:moveTo>
                  <a:lnTo>
                    <a:pt x="669653" y="1984306"/>
                  </a:lnTo>
                  <a:lnTo>
                    <a:pt x="512614" y="1984306"/>
                  </a:lnTo>
                  <a:lnTo>
                    <a:pt x="512614" y="3100424"/>
                  </a:lnTo>
                  <a:lnTo>
                    <a:pt x="0" y="3100424"/>
                  </a:lnTo>
                  <a:lnTo>
                    <a:pt x="0" y="0"/>
                  </a:lnTo>
                  <a:lnTo>
                    <a:pt x="628332" y="0"/>
                  </a:lnTo>
                  <a:cubicBezTo>
                    <a:pt x="1062382" y="0"/>
                    <a:pt x="1331060" y="268764"/>
                    <a:pt x="1331060" y="727556"/>
                  </a:cubicBezTo>
                  <a:lnTo>
                    <a:pt x="1331060" y="1256663"/>
                  </a:lnTo>
                  <a:cubicBezTo>
                    <a:pt x="1331060" y="1484019"/>
                    <a:pt x="1264911" y="1665886"/>
                    <a:pt x="1145026" y="1789938"/>
                  </a:cubicBezTo>
                  <a:lnTo>
                    <a:pt x="1388962" y="3100337"/>
                  </a:lnTo>
                  <a:lnTo>
                    <a:pt x="851520" y="310033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C68CEAB1-53F6-99D3-BA30-373733D2507B}"/>
                </a:ext>
              </a:extLst>
            </p:cNvPr>
            <p:cNvSpPr/>
            <p:nvPr/>
          </p:nvSpPr>
          <p:spPr>
            <a:xfrm>
              <a:off x="8744402" y="41408"/>
              <a:ext cx="1074796" cy="3100336"/>
            </a:xfrm>
            <a:custGeom>
              <a:avLst/>
              <a:gdLst>
                <a:gd name="connsiteX0" fmla="*/ 1074796 w 1074796"/>
                <a:gd name="connsiteY0" fmla="*/ 2620798 h 3100336"/>
                <a:gd name="connsiteX1" fmla="*/ 1074796 w 1074796"/>
                <a:gd name="connsiteY1" fmla="*/ 3100337 h 3100336"/>
                <a:gd name="connsiteX2" fmla="*/ 0 w 1074796"/>
                <a:gd name="connsiteY2" fmla="*/ 3100337 h 3100336"/>
                <a:gd name="connsiteX3" fmla="*/ 0 w 1074796"/>
                <a:gd name="connsiteY3" fmla="*/ 0 h 3100336"/>
                <a:gd name="connsiteX4" fmla="*/ 1070716 w 1074796"/>
                <a:gd name="connsiteY4" fmla="*/ 0 h 3100336"/>
                <a:gd name="connsiteX5" fmla="*/ 1070716 w 1074796"/>
                <a:gd name="connsiteY5" fmla="*/ 479452 h 3100336"/>
                <a:gd name="connsiteX6" fmla="*/ 512614 w 1074796"/>
                <a:gd name="connsiteY6" fmla="*/ 479452 h 3100336"/>
                <a:gd name="connsiteX7" fmla="*/ 512614 w 1074796"/>
                <a:gd name="connsiteY7" fmla="*/ 1248417 h 3100336"/>
                <a:gd name="connsiteX8" fmla="*/ 950744 w 1074796"/>
                <a:gd name="connsiteY8" fmla="*/ 1248417 h 3100336"/>
                <a:gd name="connsiteX9" fmla="*/ 950744 w 1074796"/>
                <a:gd name="connsiteY9" fmla="*/ 1727956 h 3100336"/>
                <a:gd name="connsiteX10" fmla="*/ 512614 w 1074796"/>
                <a:gd name="connsiteY10" fmla="*/ 1727956 h 3100336"/>
                <a:gd name="connsiteX11" fmla="*/ 512614 w 1074796"/>
                <a:gd name="connsiteY11" fmla="*/ 2620798 h 3100336"/>
                <a:gd name="connsiteX12" fmla="*/ 1074796 w 1074796"/>
                <a:gd name="connsiteY12" fmla="*/ 2620798 h 3100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74796" h="3100336">
                  <a:moveTo>
                    <a:pt x="1074796" y="2620798"/>
                  </a:moveTo>
                  <a:lnTo>
                    <a:pt x="1074796" y="3100337"/>
                  </a:lnTo>
                  <a:lnTo>
                    <a:pt x="0" y="3100337"/>
                  </a:lnTo>
                  <a:lnTo>
                    <a:pt x="0" y="0"/>
                  </a:lnTo>
                  <a:lnTo>
                    <a:pt x="1070716" y="0"/>
                  </a:lnTo>
                  <a:lnTo>
                    <a:pt x="1070716" y="479452"/>
                  </a:lnTo>
                  <a:lnTo>
                    <a:pt x="512614" y="479452"/>
                  </a:lnTo>
                  <a:lnTo>
                    <a:pt x="512614" y="1248417"/>
                  </a:lnTo>
                  <a:lnTo>
                    <a:pt x="950744" y="1248417"/>
                  </a:lnTo>
                  <a:lnTo>
                    <a:pt x="950744" y="1727956"/>
                  </a:lnTo>
                  <a:lnTo>
                    <a:pt x="512614" y="1727956"/>
                  </a:lnTo>
                  <a:lnTo>
                    <a:pt x="512614" y="2620798"/>
                  </a:lnTo>
                  <a:lnTo>
                    <a:pt x="1074796" y="2620798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17" name="Graphique 7">
              <a:extLst>
                <a:ext uri="{FF2B5EF4-FFF2-40B4-BE49-F238E27FC236}">
                  <a16:creationId xmlns:a16="http://schemas.microsoft.com/office/drawing/2014/main" id="{A99B9251-9B9A-D6A1-65E5-DA8B4AD9D769}"/>
                </a:ext>
              </a:extLst>
            </p:cNvPr>
            <p:cNvGrpSpPr/>
            <p:nvPr/>
          </p:nvGrpSpPr>
          <p:grpSpPr>
            <a:xfrm>
              <a:off x="958402" y="41321"/>
              <a:ext cx="10369642" cy="6778655"/>
              <a:chOff x="958402" y="41321"/>
              <a:chExt cx="10369642" cy="6778655"/>
            </a:xfrm>
            <a:solidFill>
              <a:srgbClr val="FFFFFF"/>
            </a:solidFill>
          </p:grpSpPr>
          <p:sp>
            <p:nvSpPr>
              <p:cNvPr id="18" name="Forme libre : forme 17">
                <a:extLst>
                  <a:ext uri="{FF2B5EF4-FFF2-40B4-BE49-F238E27FC236}">
                    <a16:creationId xmlns:a16="http://schemas.microsoft.com/office/drawing/2014/main" id="{6A867A11-7B00-9BF7-7546-2EF15C1969D9}"/>
                  </a:ext>
                </a:extLst>
              </p:cNvPr>
              <p:cNvSpPr/>
              <p:nvPr/>
            </p:nvSpPr>
            <p:spPr>
              <a:xfrm>
                <a:off x="9992732" y="41321"/>
                <a:ext cx="1335312" cy="3100423"/>
              </a:xfrm>
              <a:custGeom>
                <a:avLst/>
                <a:gdLst>
                  <a:gd name="connsiteX0" fmla="*/ 661493 w 1335312"/>
                  <a:gd name="connsiteY0" fmla="*/ 479539 h 3100423"/>
                  <a:gd name="connsiteX1" fmla="*/ 512700 w 1335312"/>
                  <a:gd name="connsiteY1" fmla="*/ 479539 h 3100423"/>
                  <a:gd name="connsiteX2" fmla="*/ 512700 w 1335312"/>
                  <a:gd name="connsiteY2" fmla="*/ 2620885 h 3100423"/>
                  <a:gd name="connsiteX3" fmla="*/ 661493 w 1335312"/>
                  <a:gd name="connsiteY3" fmla="*/ 2620885 h 3100423"/>
                  <a:gd name="connsiteX4" fmla="*/ 818533 w 1335312"/>
                  <a:gd name="connsiteY4" fmla="*/ 2455511 h 3100423"/>
                  <a:gd name="connsiteX5" fmla="*/ 818533 w 1335312"/>
                  <a:gd name="connsiteY5" fmla="*/ 644912 h 3100423"/>
                  <a:gd name="connsiteX6" fmla="*/ 661493 w 1335312"/>
                  <a:gd name="connsiteY6" fmla="*/ 479539 h 3100423"/>
                  <a:gd name="connsiteX7" fmla="*/ 1335313 w 1335312"/>
                  <a:gd name="connsiteY7" fmla="*/ 644912 h 3100423"/>
                  <a:gd name="connsiteX8" fmla="*/ 1335313 w 1335312"/>
                  <a:gd name="connsiteY8" fmla="*/ 2455598 h 3100423"/>
                  <a:gd name="connsiteX9" fmla="*/ 661493 w 1335312"/>
                  <a:gd name="connsiteY9" fmla="*/ 3100424 h 3100423"/>
                  <a:gd name="connsiteX10" fmla="*/ 0 w 1335312"/>
                  <a:gd name="connsiteY10" fmla="*/ 3100424 h 3100423"/>
                  <a:gd name="connsiteX11" fmla="*/ 0 w 1335312"/>
                  <a:gd name="connsiteY11" fmla="*/ 0 h 3100423"/>
                  <a:gd name="connsiteX12" fmla="*/ 661493 w 1335312"/>
                  <a:gd name="connsiteY12" fmla="*/ 0 h 3100423"/>
                  <a:gd name="connsiteX13" fmla="*/ 1335313 w 1335312"/>
                  <a:gd name="connsiteY13" fmla="*/ 644826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35312" h="3100423">
                    <a:moveTo>
                      <a:pt x="661493" y="479539"/>
                    </a:moveTo>
                    <a:lnTo>
                      <a:pt x="512700" y="479539"/>
                    </a:lnTo>
                    <a:lnTo>
                      <a:pt x="512700" y="2620885"/>
                    </a:lnTo>
                    <a:lnTo>
                      <a:pt x="661493" y="2620885"/>
                    </a:lnTo>
                    <a:cubicBezTo>
                      <a:pt x="756550" y="2620885"/>
                      <a:pt x="818533" y="2558902"/>
                      <a:pt x="818533" y="2455511"/>
                    </a:cubicBezTo>
                    <a:lnTo>
                      <a:pt x="818533" y="644912"/>
                    </a:lnTo>
                    <a:cubicBezTo>
                      <a:pt x="818533" y="541608"/>
                      <a:pt x="756550" y="479539"/>
                      <a:pt x="661493" y="479539"/>
                    </a:cubicBezTo>
                    <a:moveTo>
                      <a:pt x="1335313" y="644912"/>
                    </a:moveTo>
                    <a:lnTo>
                      <a:pt x="1335313" y="2455598"/>
                    </a:lnTo>
                    <a:cubicBezTo>
                      <a:pt x="1335313" y="2831746"/>
                      <a:pt x="1062469" y="3100424"/>
                      <a:pt x="661493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61493" y="0"/>
                    </a:lnTo>
                    <a:cubicBezTo>
                      <a:pt x="1062469" y="0"/>
                      <a:pt x="1335313" y="268677"/>
                      <a:pt x="1335313" y="644826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9" name="Forme libre : forme 18">
                <a:extLst>
                  <a:ext uri="{FF2B5EF4-FFF2-40B4-BE49-F238E27FC236}">
                    <a16:creationId xmlns:a16="http://schemas.microsoft.com/office/drawing/2014/main" id="{CCA51507-C49C-2B7D-AE8A-7D7BDDD98BC5}"/>
                  </a:ext>
                </a:extLst>
              </p:cNvPr>
              <p:cNvSpPr/>
              <p:nvPr/>
            </p:nvSpPr>
            <p:spPr>
              <a:xfrm>
                <a:off x="958402" y="3719553"/>
                <a:ext cx="1347640" cy="3100423"/>
              </a:xfrm>
              <a:custGeom>
                <a:avLst/>
                <a:gdLst>
                  <a:gd name="connsiteX0" fmla="*/ 830860 w 1347640"/>
                  <a:gd name="connsiteY0" fmla="*/ 1860167 h 3100423"/>
                  <a:gd name="connsiteX1" fmla="*/ 673733 w 1347640"/>
                  <a:gd name="connsiteY1" fmla="*/ 1694881 h 3100423"/>
                  <a:gd name="connsiteX2" fmla="*/ 512527 w 1347640"/>
                  <a:gd name="connsiteY2" fmla="*/ 1694881 h 3100423"/>
                  <a:gd name="connsiteX3" fmla="*/ 512527 w 1347640"/>
                  <a:gd name="connsiteY3" fmla="*/ 2620798 h 3100423"/>
                  <a:gd name="connsiteX4" fmla="*/ 673733 w 1347640"/>
                  <a:gd name="connsiteY4" fmla="*/ 2620798 h 3100423"/>
                  <a:gd name="connsiteX5" fmla="*/ 830860 w 1347640"/>
                  <a:gd name="connsiteY5" fmla="*/ 2455425 h 3100423"/>
                  <a:gd name="connsiteX6" fmla="*/ 830860 w 1347640"/>
                  <a:gd name="connsiteY6" fmla="*/ 1860167 h 3100423"/>
                  <a:gd name="connsiteX7" fmla="*/ 512527 w 1347640"/>
                  <a:gd name="connsiteY7" fmla="*/ 479452 h 3100423"/>
                  <a:gd name="connsiteX8" fmla="*/ 512527 w 1347640"/>
                  <a:gd name="connsiteY8" fmla="*/ 1215342 h 3100423"/>
                  <a:gd name="connsiteX9" fmla="*/ 653073 w 1347640"/>
                  <a:gd name="connsiteY9" fmla="*/ 1215342 h 3100423"/>
                  <a:gd name="connsiteX10" fmla="*/ 810199 w 1347640"/>
                  <a:gd name="connsiteY10" fmla="*/ 1049968 h 3100423"/>
                  <a:gd name="connsiteX11" fmla="*/ 810199 w 1347640"/>
                  <a:gd name="connsiteY11" fmla="*/ 644826 h 3100423"/>
                  <a:gd name="connsiteX12" fmla="*/ 653073 w 1347640"/>
                  <a:gd name="connsiteY12" fmla="*/ 479452 h 3100423"/>
                  <a:gd name="connsiteX13" fmla="*/ 512527 w 1347640"/>
                  <a:gd name="connsiteY13" fmla="*/ 479452 h 3100423"/>
                  <a:gd name="connsiteX14" fmla="*/ 1347640 w 1347640"/>
                  <a:gd name="connsiteY14" fmla="*/ 1905743 h 3100423"/>
                  <a:gd name="connsiteX15" fmla="*/ 1347640 w 1347640"/>
                  <a:gd name="connsiteY15" fmla="*/ 2459678 h 3100423"/>
                  <a:gd name="connsiteX16" fmla="*/ 673820 w 1347640"/>
                  <a:gd name="connsiteY16" fmla="*/ 3100424 h 3100423"/>
                  <a:gd name="connsiteX17" fmla="*/ 0 w 1347640"/>
                  <a:gd name="connsiteY17" fmla="*/ 3100424 h 3100423"/>
                  <a:gd name="connsiteX18" fmla="*/ 0 w 1347640"/>
                  <a:gd name="connsiteY18" fmla="*/ 0 h 3100423"/>
                  <a:gd name="connsiteX19" fmla="*/ 653159 w 1347640"/>
                  <a:gd name="connsiteY19" fmla="*/ 0 h 3100423"/>
                  <a:gd name="connsiteX20" fmla="*/ 1326980 w 1347640"/>
                  <a:gd name="connsiteY20" fmla="*/ 644913 h 3100423"/>
                  <a:gd name="connsiteX21" fmla="*/ 1326980 w 1347640"/>
                  <a:gd name="connsiteY21" fmla="*/ 1004567 h 3100423"/>
                  <a:gd name="connsiteX22" fmla="*/ 1128532 w 1347640"/>
                  <a:gd name="connsiteY22" fmla="*/ 1446951 h 3100423"/>
                  <a:gd name="connsiteX23" fmla="*/ 1347640 w 1347640"/>
                  <a:gd name="connsiteY23" fmla="*/ 1905830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1347640" h="3100423">
                    <a:moveTo>
                      <a:pt x="830860" y="1860167"/>
                    </a:moveTo>
                    <a:cubicBezTo>
                      <a:pt x="830860" y="1756863"/>
                      <a:pt x="768877" y="1694881"/>
                      <a:pt x="673733" y="1694881"/>
                    </a:cubicBezTo>
                    <a:lnTo>
                      <a:pt x="512527" y="1694881"/>
                    </a:lnTo>
                    <a:lnTo>
                      <a:pt x="512527" y="2620798"/>
                    </a:lnTo>
                    <a:lnTo>
                      <a:pt x="673733" y="2620798"/>
                    </a:lnTo>
                    <a:cubicBezTo>
                      <a:pt x="768877" y="2620798"/>
                      <a:pt x="830860" y="2558815"/>
                      <a:pt x="830860" y="2455425"/>
                    </a:cubicBezTo>
                    <a:lnTo>
                      <a:pt x="830860" y="1860167"/>
                    </a:lnTo>
                    <a:close/>
                    <a:moveTo>
                      <a:pt x="512527" y="479452"/>
                    </a:moveTo>
                    <a:lnTo>
                      <a:pt x="512527" y="1215342"/>
                    </a:lnTo>
                    <a:lnTo>
                      <a:pt x="653073" y="1215342"/>
                    </a:lnTo>
                    <a:cubicBezTo>
                      <a:pt x="748217" y="1215342"/>
                      <a:pt x="810199" y="1153360"/>
                      <a:pt x="810199" y="1049968"/>
                    </a:cubicBezTo>
                    <a:lnTo>
                      <a:pt x="810199" y="644826"/>
                    </a:lnTo>
                    <a:cubicBezTo>
                      <a:pt x="810199" y="541522"/>
                      <a:pt x="748217" y="479452"/>
                      <a:pt x="653073" y="479452"/>
                    </a:cubicBezTo>
                    <a:lnTo>
                      <a:pt x="512527" y="479452"/>
                    </a:lnTo>
                    <a:close/>
                    <a:moveTo>
                      <a:pt x="1347640" y="1905743"/>
                    </a:moveTo>
                    <a:lnTo>
                      <a:pt x="1347640" y="2459678"/>
                    </a:lnTo>
                    <a:cubicBezTo>
                      <a:pt x="1347640" y="2831659"/>
                      <a:pt x="1074796" y="3100424"/>
                      <a:pt x="673820" y="3100424"/>
                    </a:cubicBezTo>
                    <a:lnTo>
                      <a:pt x="0" y="3100424"/>
                    </a:lnTo>
                    <a:lnTo>
                      <a:pt x="0" y="0"/>
                    </a:lnTo>
                    <a:lnTo>
                      <a:pt x="653159" y="0"/>
                    </a:lnTo>
                    <a:cubicBezTo>
                      <a:pt x="1054135" y="0"/>
                      <a:pt x="1326980" y="268677"/>
                      <a:pt x="1326980" y="644913"/>
                    </a:cubicBezTo>
                    <a:lnTo>
                      <a:pt x="1326980" y="1004567"/>
                    </a:lnTo>
                    <a:cubicBezTo>
                      <a:pt x="1326980" y="1182354"/>
                      <a:pt x="1256663" y="1339394"/>
                      <a:pt x="1128532" y="1446951"/>
                    </a:cubicBezTo>
                    <a:cubicBezTo>
                      <a:pt x="1269077" y="1550255"/>
                      <a:pt x="1347640" y="1711549"/>
                      <a:pt x="1347640" y="1905830"/>
                    </a:cubicBezTo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B10E9077-5B01-3BC3-EEEA-094623A7FA35}"/>
                </a:ext>
              </a:extLst>
            </p:cNvPr>
            <p:cNvSpPr/>
            <p:nvPr/>
          </p:nvSpPr>
          <p:spPr>
            <a:xfrm>
              <a:off x="2285295" y="3719553"/>
              <a:ext cx="1430370" cy="3100423"/>
            </a:xfrm>
            <a:custGeom>
              <a:avLst/>
              <a:gdLst>
                <a:gd name="connsiteX0" fmla="*/ 971492 w 1430370"/>
                <a:gd name="connsiteY0" fmla="*/ 2062783 h 3100423"/>
                <a:gd name="connsiteX1" fmla="*/ 971492 w 1430370"/>
                <a:gd name="connsiteY1" fmla="*/ 3100424 h 3100423"/>
                <a:gd name="connsiteX2" fmla="*/ 458878 w 1430370"/>
                <a:gd name="connsiteY2" fmla="*/ 3100424 h 3100423"/>
                <a:gd name="connsiteX3" fmla="*/ 458878 w 1430370"/>
                <a:gd name="connsiteY3" fmla="*/ 2079363 h 3100423"/>
                <a:gd name="connsiteX4" fmla="*/ 0 w 1430370"/>
                <a:gd name="connsiteY4" fmla="*/ 0 h 3100423"/>
                <a:gd name="connsiteX5" fmla="*/ 525028 w 1430370"/>
                <a:gd name="connsiteY5" fmla="*/ 0 h 3100423"/>
                <a:gd name="connsiteX6" fmla="*/ 723476 w 1430370"/>
                <a:gd name="connsiteY6" fmla="*/ 1264910 h 3100423"/>
                <a:gd name="connsiteX7" fmla="*/ 917757 w 1430370"/>
                <a:gd name="connsiteY7" fmla="*/ 0 h 3100423"/>
                <a:gd name="connsiteX8" fmla="*/ 1430370 w 1430370"/>
                <a:gd name="connsiteY8" fmla="*/ 0 h 3100423"/>
                <a:gd name="connsiteX9" fmla="*/ 971492 w 1430370"/>
                <a:gd name="connsiteY9" fmla="*/ 2062783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0370" h="3100423">
                  <a:moveTo>
                    <a:pt x="971492" y="2062783"/>
                  </a:moveTo>
                  <a:lnTo>
                    <a:pt x="971492" y="3100424"/>
                  </a:lnTo>
                  <a:lnTo>
                    <a:pt x="458878" y="3100424"/>
                  </a:lnTo>
                  <a:lnTo>
                    <a:pt x="458878" y="2079363"/>
                  </a:lnTo>
                  <a:lnTo>
                    <a:pt x="0" y="0"/>
                  </a:lnTo>
                  <a:lnTo>
                    <a:pt x="525028" y="0"/>
                  </a:lnTo>
                  <a:lnTo>
                    <a:pt x="723476" y="1264910"/>
                  </a:lnTo>
                  <a:lnTo>
                    <a:pt x="917757" y="0"/>
                  </a:lnTo>
                  <a:lnTo>
                    <a:pt x="1430370" y="0"/>
                  </a:lnTo>
                  <a:lnTo>
                    <a:pt x="971492" y="2062783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63D56C57-1EAC-C3F2-5693-04860AF775D7}"/>
                </a:ext>
              </a:extLst>
            </p:cNvPr>
            <p:cNvSpPr/>
            <p:nvPr/>
          </p:nvSpPr>
          <p:spPr>
            <a:xfrm>
              <a:off x="4240606" y="3719553"/>
              <a:ext cx="1252583" cy="3100423"/>
            </a:xfrm>
            <a:custGeom>
              <a:avLst/>
              <a:gdLst>
                <a:gd name="connsiteX0" fmla="*/ 1252583 w 1252583"/>
                <a:gd name="connsiteY0" fmla="*/ 479539 h 3100423"/>
                <a:gd name="connsiteX1" fmla="*/ 880515 w 1252583"/>
                <a:gd name="connsiteY1" fmla="*/ 479539 h 3100423"/>
                <a:gd name="connsiteX2" fmla="*/ 880515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3 w 1252583"/>
                <a:gd name="connsiteY7" fmla="*/ 0 h 3100423"/>
                <a:gd name="connsiteX8" fmla="*/ 1252583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3" y="479539"/>
                  </a:moveTo>
                  <a:lnTo>
                    <a:pt x="880515" y="479539"/>
                  </a:lnTo>
                  <a:lnTo>
                    <a:pt x="880515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3" y="0"/>
                  </a:lnTo>
                  <a:lnTo>
                    <a:pt x="1252583" y="479539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grpSp>
          <p:nvGrpSpPr>
            <p:cNvPr id="22" name="Graphique 7">
              <a:extLst>
                <a:ext uri="{FF2B5EF4-FFF2-40B4-BE49-F238E27FC236}">
                  <a16:creationId xmlns:a16="http://schemas.microsoft.com/office/drawing/2014/main" id="{A3DA8161-3135-1E5C-3BEA-ECC952793A75}"/>
                </a:ext>
              </a:extLst>
            </p:cNvPr>
            <p:cNvGrpSpPr/>
            <p:nvPr/>
          </p:nvGrpSpPr>
          <p:grpSpPr>
            <a:xfrm>
              <a:off x="5629655" y="3678231"/>
              <a:ext cx="4299010" cy="3182980"/>
              <a:chOff x="5629655" y="3678231"/>
              <a:chExt cx="4299010" cy="3182980"/>
            </a:xfrm>
            <a:solidFill>
              <a:srgbClr val="FFFFFF"/>
            </a:solidFill>
          </p:grpSpPr>
          <p:sp>
            <p:nvSpPr>
              <p:cNvPr id="23" name="Forme libre : forme 22">
                <a:extLst>
                  <a:ext uri="{FF2B5EF4-FFF2-40B4-BE49-F238E27FC236}">
                    <a16:creationId xmlns:a16="http://schemas.microsoft.com/office/drawing/2014/main" id="{D087F45F-E2C4-81AA-C870-28E47547511F}"/>
                  </a:ext>
                </a:extLst>
              </p:cNvPr>
              <p:cNvSpPr/>
              <p:nvPr/>
            </p:nvSpPr>
            <p:spPr>
              <a:xfrm>
                <a:off x="5629655" y="3719553"/>
                <a:ext cx="1388961" cy="3100423"/>
              </a:xfrm>
              <a:custGeom>
                <a:avLst/>
                <a:gdLst>
                  <a:gd name="connsiteX0" fmla="*/ 512527 w 1388961"/>
                  <a:gd name="connsiteY0" fmla="*/ 1504767 h 3100423"/>
                  <a:gd name="connsiteX1" fmla="*/ 628245 w 1388961"/>
                  <a:gd name="connsiteY1" fmla="*/ 1504767 h 3100423"/>
                  <a:gd name="connsiteX2" fmla="*/ 814279 w 1388961"/>
                  <a:gd name="connsiteY2" fmla="*/ 1260831 h 3100423"/>
                  <a:gd name="connsiteX3" fmla="*/ 814279 w 1388961"/>
                  <a:gd name="connsiteY3" fmla="*/ 719309 h 3100423"/>
                  <a:gd name="connsiteX4" fmla="*/ 628245 w 1388961"/>
                  <a:gd name="connsiteY4" fmla="*/ 479539 h 3100423"/>
                  <a:gd name="connsiteX5" fmla="*/ 512527 w 1388961"/>
                  <a:gd name="connsiteY5" fmla="*/ 479539 h 3100423"/>
                  <a:gd name="connsiteX6" fmla="*/ 512527 w 1388961"/>
                  <a:gd name="connsiteY6" fmla="*/ 1504767 h 3100423"/>
                  <a:gd name="connsiteX7" fmla="*/ 851520 w 1388961"/>
                  <a:gd name="connsiteY7" fmla="*/ 3100424 h 3100423"/>
                  <a:gd name="connsiteX8" fmla="*/ 669653 w 1388961"/>
                  <a:gd name="connsiteY8" fmla="*/ 1984306 h 3100423"/>
                  <a:gd name="connsiteX9" fmla="*/ 512614 w 1388961"/>
                  <a:gd name="connsiteY9" fmla="*/ 1984306 h 3100423"/>
                  <a:gd name="connsiteX10" fmla="*/ 512614 w 1388961"/>
                  <a:gd name="connsiteY10" fmla="*/ 3100424 h 3100423"/>
                  <a:gd name="connsiteX11" fmla="*/ 0 w 1388961"/>
                  <a:gd name="connsiteY11" fmla="*/ 3100424 h 3100423"/>
                  <a:gd name="connsiteX12" fmla="*/ 0 w 1388961"/>
                  <a:gd name="connsiteY12" fmla="*/ 0 h 3100423"/>
                  <a:gd name="connsiteX13" fmla="*/ 628331 w 1388961"/>
                  <a:gd name="connsiteY13" fmla="*/ 0 h 3100423"/>
                  <a:gd name="connsiteX14" fmla="*/ 1331059 w 1388961"/>
                  <a:gd name="connsiteY14" fmla="*/ 727556 h 3100423"/>
                  <a:gd name="connsiteX15" fmla="*/ 1331059 w 1388961"/>
                  <a:gd name="connsiteY15" fmla="*/ 1256663 h 3100423"/>
                  <a:gd name="connsiteX16" fmla="*/ 1145025 w 1388961"/>
                  <a:gd name="connsiteY16" fmla="*/ 1789938 h 3100423"/>
                  <a:gd name="connsiteX17" fmla="*/ 1388962 w 1388961"/>
                  <a:gd name="connsiteY17" fmla="*/ 3100337 h 3100423"/>
                  <a:gd name="connsiteX18" fmla="*/ 851520 w 1388961"/>
                  <a:gd name="connsiteY18" fmla="*/ 3100337 h 3100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388961" h="3100423">
                    <a:moveTo>
                      <a:pt x="512527" y="1504767"/>
                    </a:moveTo>
                    <a:lnTo>
                      <a:pt x="628245" y="1504767"/>
                    </a:lnTo>
                    <a:cubicBezTo>
                      <a:pt x="756376" y="1504767"/>
                      <a:pt x="814279" y="1446865"/>
                      <a:pt x="814279" y="1260831"/>
                    </a:cubicBezTo>
                    <a:lnTo>
                      <a:pt x="814279" y="719309"/>
                    </a:lnTo>
                    <a:cubicBezTo>
                      <a:pt x="814279" y="541608"/>
                      <a:pt x="756463" y="479539"/>
                      <a:pt x="628245" y="479539"/>
                    </a:cubicBezTo>
                    <a:lnTo>
                      <a:pt x="512527" y="479539"/>
                    </a:lnTo>
                    <a:lnTo>
                      <a:pt x="512527" y="1504767"/>
                    </a:lnTo>
                    <a:close/>
                    <a:moveTo>
                      <a:pt x="851520" y="3100424"/>
                    </a:moveTo>
                    <a:lnTo>
                      <a:pt x="669653" y="1984306"/>
                    </a:lnTo>
                    <a:lnTo>
                      <a:pt x="512614" y="1984306"/>
                    </a:lnTo>
                    <a:lnTo>
                      <a:pt x="512614" y="3100424"/>
                    </a:lnTo>
                    <a:lnTo>
                      <a:pt x="0" y="3100424"/>
                    </a:lnTo>
                    <a:lnTo>
                      <a:pt x="0" y="0"/>
                    </a:lnTo>
                    <a:lnTo>
                      <a:pt x="628331" y="0"/>
                    </a:lnTo>
                    <a:cubicBezTo>
                      <a:pt x="1062382" y="0"/>
                      <a:pt x="1331059" y="268764"/>
                      <a:pt x="1331059" y="727556"/>
                    </a:cubicBezTo>
                    <a:lnTo>
                      <a:pt x="1331059" y="1256663"/>
                    </a:lnTo>
                    <a:cubicBezTo>
                      <a:pt x="1331059" y="1484019"/>
                      <a:pt x="1264910" y="1665973"/>
                      <a:pt x="1145025" y="1789938"/>
                    </a:cubicBezTo>
                    <a:lnTo>
                      <a:pt x="1388962" y="3100337"/>
                    </a:lnTo>
                    <a:lnTo>
                      <a:pt x="851520" y="3100337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orme libre : forme 23">
                <a:extLst>
                  <a:ext uri="{FF2B5EF4-FFF2-40B4-BE49-F238E27FC236}">
                    <a16:creationId xmlns:a16="http://schemas.microsoft.com/office/drawing/2014/main" id="{A33E4D8B-277D-DC89-A8CC-DC130076DF5C}"/>
                  </a:ext>
                </a:extLst>
              </p:cNvPr>
              <p:cNvSpPr/>
              <p:nvPr/>
            </p:nvSpPr>
            <p:spPr>
              <a:xfrm>
                <a:off x="7130168" y="3719553"/>
                <a:ext cx="1343560" cy="3137664"/>
              </a:xfrm>
              <a:custGeom>
                <a:avLst/>
                <a:gdLst>
                  <a:gd name="connsiteX0" fmla="*/ 1343474 w 1343560"/>
                  <a:gd name="connsiteY0" fmla="*/ 0 h 3137664"/>
                  <a:gd name="connsiteX1" fmla="*/ 1343474 w 1343560"/>
                  <a:gd name="connsiteY1" fmla="*/ 2492753 h 3137664"/>
                  <a:gd name="connsiteX2" fmla="*/ 673820 w 1343560"/>
                  <a:gd name="connsiteY2" fmla="*/ 3137665 h 3137664"/>
                  <a:gd name="connsiteX3" fmla="*/ 0 w 1343560"/>
                  <a:gd name="connsiteY3" fmla="*/ 2492753 h 3137664"/>
                  <a:gd name="connsiteX4" fmla="*/ 0 w 1343560"/>
                  <a:gd name="connsiteY4" fmla="*/ 0 h 3137664"/>
                  <a:gd name="connsiteX5" fmla="*/ 516694 w 1343560"/>
                  <a:gd name="connsiteY5" fmla="*/ 0 h 3137664"/>
                  <a:gd name="connsiteX6" fmla="*/ 516694 w 1343560"/>
                  <a:gd name="connsiteY6" fmla="*/ 2492753 h 3137664"/>
                  <a:gd name="connsiteX7" fmla="*/ 673820 w 1343560"/>
                  <a:gd name="connsiteY7" fmla="*/ 2658126 h 3137664"/>
                  <a:gd name="connsiteX8" fmla="*/ 826780 w 1343560"/>
                  <a:gd name="connsiteY8" fmla="*/ 2492753 h 3137664"/>
                  <a:gd name="connsiteX9" fmla="*/ 826780 w 1343560"/>
                  <a:gd name="connsiteY9" fmla="*/ 0 h 3137664"/>
                  <a:gd name="connsiteX10" fmla="*/ 1343561 w 1343560"/>
                  <a:gd name="connsiteY10" fmla="*/ 0 h 3137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43560" h="3137664">
                    <a:moveTo>
                      <a:pt x="1343474" y="0"/>
                    </a:moveTo>
                    <a:lnTo>
                      <a:pt x="1343474" y="2492753"/>
                    </a:lnTo>
                    <a:cubicBezTo>
                      <a:pt x="1343474" y="2868901"/>
                      <a:pt x="1070629" y="3137665"/>
                      <a:pt x="673820" y="3137665"/>
                    </a:cubicBezTo>
                    <a:cubicBezTo>
                      <a:pt x="277011" y="3137665"/>
                      <a:pt x="0" y="2868901"/>
                      <a:pt x="0" y="2492753"/>
                    </a:cubicBezTo>
                    <a:lnTo>
                      <a:pt x="0" y="0"/>
                    </a:lnTo>
                    <a:lnTo>
                      <a:pt x="516694" y="0"/>
                    </a:lnTo>
                    <a:lnTo>
                      <a:pt x="516694" y="2492753"/>
                    </a:lnTo>
                    <a:cubicBezTo>
                      <a:pt x="516694" y="2596057"/>
                      <a:pt x="578676" y="2658126"/>
                      <a:pt x="673820" y="2658126"/>
                    </a:cubicBezTo>
                    <a:cubicBezTo>
                      <a:pt x="768964" y="2658126"/>
                      <a:pt x="826780" y="2596057"/>
                      <a:pt x="826780" y="2492753"/>
                    </a:cubicBezTo>
                    <a:lnTo>
                      <a:pt x="826780" y="0"/>
                    </a:lnTo>
                    <a:lnTo>
                      <a:pt x="1343561" y="0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5" name="Forme libre : forme 24">
                <a:extLst>
                  <a:ext uri="{FF2B5EF4-FFF2-40B4-BE49-F238E27FC236}">
                    <a16:creationId xmlns:a16="http://schemas.microsoft.com/office/drawing/2014/main" id="{F14F64B9-ED9F-D3B8-B477-AE5E557B8767}"/>
                  </a:ext>
                </a:extLst>
              </p:cNvPr>
              <p:cNvSpPr/>
              <p:nvPr/>
            </p:nvSpPr>
            <p:spPr>
              <a:xfrm>
                <a:off x="8634761" y="3678231"/>
                <a:ext cx="1293904" cy="3182980"/>
              </a:xfrm>
              <a:custGeom>
                <a:avLst/>
                <a:gdLst>
                  <a:gd name="connsiteX0" fmla="*/ 777211 w 1293904"/>
                  <a:gd name="connsiteY0" fmla="*/ 1033475 h 3182980"/>
                  <a:gd name="connsiteX1" fmla="*/ 777211 w 1293904"/>
                  <a:gd name="connsiteY1" fmla="*/ 624165 h 3182980"/>
                  <a:gd name="connsiteX2" fmla="*/ 644912 w 1293904"/>
                  <a:gd name="connsiteY2" fmla="*/ 479452 h 3182980"/>
                  <a:gd name="connsiteX3" fmla="*/ 512614 w 1293904"/>
                  <a:gd name="connsiteY3" fmla="*/ 624165 h 3182980"/>
                  <a:gd name="connsiteX4" fmla="*/ 512614 w 1293904"/>
                  <a:gd name="connsiteY4" fmla="*/ 872181 h 3182980"/>
                  <a:gd name="connsiteX5" fmla="*/ 835027 w 1293904"/>
                  <a:gd name="connsiteY5" fmla="*/ 1339307 h 3182980"/>
                  <a:gd name="connsiteX6" fmla="*/ 1293905 w 1293904"/>
                  <a:gd name="connsiteY6" fmla="*/ 2104017 h 3182980"/>
                  <a:gd name="connsiteX7" fmla="*/ 1293905 w 1293904"/>
                  <a:gd name="connsiteY7" fmla="*/ 2542235 h 3182980"/>
                  <a:gd name="connsiteX8" fmla="*/ 644912 w 1293904"/>
                  <a:gd name="connsiteY8" fmla="*/ 3182980 h 3182980"/>
                  <a:gd name="connsiteX9" fmla="*/ 0 w 1293904"/>
                  <a:gd name="connsiteY9" fmla="*/ 2542235 h 3182980"/>
                  <a:gd name="connsiteX10" fmla="*/ 0 w 1293904"/>
                  <a:gd name="connsiteY10" fmla="*/ 2149506 h 3182980"/>
                  <a:gd name="connsiteX11" fmla="*/ 508534 w 1293904"/>
                  <a:gd name="connsiteY11" fmla="*/ 2149506 h 3182980"/>
                  <a:gd name="connsiteX12" fmla="*/ 508534 w 1293904"/>
                  <a:gd name="connsiteY12" fmla="*/ 2554649 h 3182980"/>
                  <a:gd name="connsiteX13" fmla="*/ 644912 w 1293904"/>
                  <a:gd name="connsiteY13" fmla="*/ 2703441 h 3182980"/>
                  <a:gd name="connsiteX14" fmla="*/ 781291 w 1293904"/>
                  <a:gd name="connsiteY14" fmla="*/ 2554649 h 3182980"/>
                  <a:gd name="connsiteX15" fmla="*/ 781291 w 1293904"/>
                  <a:gd name="connsiteY15" fmla="*/ 2219822 h 3182980"/>
                  <a:gd name="connsiteX16" fmla="*/ 458878 w 1293904"/>
                  <a:gd name="connsiteY16" fmla="*/ 1711375 h 3182980"/>
                  <a:gd name="connsiteX17" fmla="*/ 4167 w 1293904"/>
                  <a:gd name="connsiteY17" fmla="*/ 946578 h 3182980"/>
                  <a:gd name="connsiteX18" fmla="*/ 4167 w 1293904"/>
                  <a:gd name="connsiteY18" fmla="*/ 644826 h 3182980"/>
                  <a:gd name="connsiteX19" fmla="*/ 644912 w 1293904"/>
                  <a:gd name="connsiteY19" fmla="*/ 0 h 3182980"/>
                  <a:gd name="connsiteX20" fmla="*/ 1289825 w 1293904"/>
                  <a:gd name="connsiteY20" fmla="*/ 644826 h 3182980"/>
                  <a:gd name="connsiteX21" fmla="*/ 1289825 w 1293904"/>
                  <a:gd name="connsiteY21" fmla="*/ 1033475 h 3182980"/>
                  <a:gd name="connsiteX22" fmla="*/ 777211 w 1293904"/>
                  <a:gd name="connsiteY22" fmla="*/ 1033475 h 3182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1293904" h="3182980">
                    <a:moveTo>
                      <a:pt x="777211" y="1033475"/>
                    </a:moveTo>
                    <a:lnTo>
                      <a:pt x="777211" y="624165"/>
                    </a:lnTo>
                    <a:cubicBezTo>
                      <a:pt x="777211" y="533188"/>
                      <a:pt x="723475" y="479452"/>
                      <a:pt x="644912" y="479452"/>
                    </a:cubicBezTo>
                    <a:cubicBezTo>
                      <a:pt x="570516" y="479452"/>
                      <a:pt x="512614" y="533188"/>
                      <a:pt x="512614" y="624165"/>
                    </a:cubicBezTo>
                    <a:lnTo>
                      <a:pt x="512614" y="872181"/>
                    </a:lnTo>
                    <a:cubicBezTo>
                      <a:pt x="512614" y="1062383"/>
                      <a:pt x="545688" y="1107784"/>
                      <a:pt x="835027" y="1339307"/>
                    </a:cubicBezTo>
                    <a:cubicBezTo>
                      <a:pt x="1219509" y="1645225"/>
                      <a:pt x="1293905" y="1835340"/>
                      <a:pt x="1293905" y="2104017"/>
                    </a:cubicBezTo>
                    <a:lnTo>
                      <a:pt x="1293905" y="2542235"/>
                    </a:lnTo>
                    <a:cubicBezTo>
                      <a:pt x="1293905" y="2955625"/>
                      <a:pt x="1029308" y="3182980"/>
                      <a:pt x="644912" y="3182980"/>
                    </a:cubicBezTo>
                    <a:cubicBezTo>
                      <a:pt x="260517" y="3182980"/>
                      <a:pt x="0" y="2955625"/>
                      <a:pt x="0" y="2542235"/>
                    </a:cubicBezTo>
                    <a:lnTo>
                      <a:pt x="0" y="2149506"/>
                    </a:lnTo>
                    <a:lnTo>
                      <a:pt x="508534" y="2149506"/>
                    </a:lnTo>
                    <a:lnTo>
                      <a:pt x="508534" y="2554649"/>
                    </a:lnTo>
                    <a:cubicBezTo>
                      <a:pt x="508534" y="2649706"/>
                      <a:pt x="570516" y="2703441"/>
                      <a:pt x="644912" y="2703441"/>
                    </a:cubicBezTo>
                    <a:cubicBezTo>
                      <a:pt x="723475" y="2703441"/>
                      <a:pt x="781291" y="2649706"/>
                      <a:pt x="781291" y="2554649"/>
                    </a:cubicBezTo>
                    <a:lnTo>
                      <a:pt x="781291" y="2219822"/>
                    </a:lnTo>
                    <a:cubicBezTo>
                      <a:pt x="781291" y="1971805"/>
                      <a:pt x="719309" y="1926317"/>
                      <a:pt x="458878" y="1711375"/>
                    </a:cubicBezTo>
                    <a:cubicBezTo>
                      <a:pt x="70316" y="1388962"/>
                      <a:pt x="4167" y="1231836"/>
                      <a:pt x="4167" y="946578"/>
                    </a:cubicBezTo>
                    <a:lnTo>
                      <a:pt x="4167" y="644826"/>
                    </a:lnTo>
                    <a:cubicBezTo>
                      <a:pt x="4167" y="252097"/>
                      <a:pt x="264597" y="0"/>
                      <a:pt x="644912" y="0"/>
                    </a:cubicBezTo>
                    <a:cubicBezTo>
                      <a:pt x="1025227" y="0"/>
                      <a:pt x="1289825" y="252184"/>
                      <a:pt x="1289825" y="644826"/>
                    </a:cubicBezTo>
                    <a:lnTo>
                      <a:pt x="1289825" y="1033475"/>
                    </a:lnTo>
                    <a:lnTo>
                      <a:pt x="777211" y="1033475"/>
                    </a:lnTo>
                    <a:close/>
                  </a:path>
                </a:pathLst>
              </a:custGeom>
              <a:solidFill>
                <a:srgbClr val="FFFFFF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8F6F4775-2EC2-9DAA-7A99-600AABE53602}"/>
                </a:ext>
              </a:extLst>
            </p:cNvPr>
            <p:cNvSpPr/>
            <p:nvPr/>
          </p:nvSpPr>
          <p:spPr>
            <a:xfrm>
              <a:off x="10023810" y="3719553"/>
              <a:ext cx="1252583" cy="3100423"/>
            </a:xfrm>
            <a:custGeom>
              <a:avLst/>
              <a:gdLst>
                <a:gd name="connsiteX0" fmla="*/ 1252584 w 1252583"/>
                <a:gd name="connsiteY0" fmla="*/ 479539 h 3100423"/>
                <a:gd name="connsiteX1" fmla="*/ 880516 w 1252583"/>
                <a:gd name="connsiteY1" fmla="*/ 479539 h 3100423"/>
                <a:gd name="connsiteX2" fmla="*/ 880516 w 1252583"/>
                <a:gd name="connsiteY2" fmla="*/ 3100424 h 3100423"/>
                <a:gd name="connsiteX3" fmla="*/ 367901 w 1252583"/>
                <a:gd name="connsiteY3" fmla="*/ 3100424 h 3100423"/>
                <a:gd name="connsiteX4" fmla="*/ 367901 w 1252583"/>
                <a:gd name="connsiteY4" fmla="*/ 479539 h 3100423"/>
                <a:gd name="connsiteX5" fmla="*/ 0 w 1252583"/>
                <a:gd name="connsiteY5" fmla="*/ 479539 h 3100423"/>
                <a:gd name="connsiteX6" fmla="*/ 0 w 1252583"/>
                <a:gd name="connsiteY6" fmla="*/ 0 h 3100423"/>
                <a:gd name="connsiteX7" fmla="*/ 1252584 w 1252583"/>
                <a:gd name="connsiteY7" fmla="*/ 0 h 3100423"/>
                <a:gd name="connsiteX8" fmla="*/ 1252584 w 1252583"/>
                <a:gd name="connsiteY8" fmla="*/ 479539 h 3100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2583" h="3100423">
                  <a:moveTo>
                    <a:pt x="1252584" y="479539"/>
                  </a:moveTo>
                  <a:lnTo>
                    <a:pt x="880516" y="479539"/>
                  </a:lnTo>
                  <a:lnTo>
                    <a:pt x="880516" y="3100424"/>
                  </a:lnTo>
                  <a:lnTo>
                    <a:pt x="367901" y="3100424"/>
                  </a:lnTo>
                  <a:lnTo>
                    <a:pt x="367901" y="479539"/>
                  </a:lnTo>
                  <a:lnTo>
                    <a:pt x="0" y="479539"/>
                  </a:lnTo>
                  <a:lnTo>
                    <a:pt x="0" y="0"/>
                  </a:lnTo>
                  <a:lnTo>
                    <a:pt x="1252584" y="0"/>
                  </a:lnTo>
                  <a:lnTo>
                    <a:pt x="1252584" y="479539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559456506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 userDrawn="1"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 userDrawn="1"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796782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 userDrawn="1"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080312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 userDrawn="1"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 userDrawn="1"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 userDrawn="1"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 userDrawn="1"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 userDrawn="1"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 userDrawn="1"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445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3557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13576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27635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26786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627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 userDrawn="1"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 userDrawn="1"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10490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 userDrawn="1"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95113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 userDrawn="1"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 userDrawn="1"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190432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 userDrawn="1"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39132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 userDrawn="1"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 userDrawn="1"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 userDrawn="1"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 userDrawn="1"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 userDrawn="1"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 userDrawn="1"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730973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872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167222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06512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23607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190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 userDrawn="1"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 userDrawn="1"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49803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 userDrawn="1"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4571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CREE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6633A7-0570-4272-9A48-35C8701B3475}"/>
              </a:ext>
            </a:extLst>
          </p:cNvPr>
          <p:cNvSpPr/>
          <p:nvPr userDrawn="1"/>
        </p:nvSpPr>
        <p:spPr>
          <a:xfrm>
            <a:off x="0" y="2393595"/>
            <a:ext cx="12192000" cy="4464408"/>
          </a:xfrm>
          <a:prstGeom prst="rect">
            <a:avLst/>
          </a:prstGeom>
          <a:gradFill flip="none" rotWithShape="1">
            <a:gsLst>
              <a:gs pos="100000">
                <a:schemeClr val="tx2">
                  <a:alpha val="0"/>
                </a:schemeClr>
              </a:gs>
              <a:gs pos="0">
                <a:schemeClr val="accent2">
                  <a:alpha val="57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fr-FR" sz="2399"/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9590BB62-E3E4-4D8C-8274-162D53D5B76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71869" y="1944018"/>
            <a:ext cx="10448264" cy="737244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ctr">
              <a:lnSpc>
                <a:spcPct val="90000"/>
              </a:lnSpc>
              <a:buNone/>
              <a:defRPr sz="4798" b="1">
                <a:solidFill>
                  <a:schemeClr val="bg1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Lorem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000445AC-A451-4D20-B4D4-455E6F30053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72760" y="2610509"/>
            <a:ext cx="10446483" cy="1401785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798" b="0" spc="-67" baseline="0">
                <a:solidFill>
                  <a:schemeClr val="bg1"/>
                </a:solidFill>
                <a:latin typeface="+mn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fr-FR"/>
              <a:t>Suspendisse </a:t>
            </a:r>
            <a:r>
              <a:rPr lang="fr-FR" err="1"/>
              <a:t>fermentum</a:t>
            </a:r>
            <a:r>
              <a:rPr lang="fr-FR"/>
              <a:t> </a:t>
            </a:r>
            <a:r>
              <a:rPr lang="fr-FR" err="1"/>
              <a:t>dui</a:t>
            </a:r>
            <a:r>
              <a:rPr lang="fr-FR"/>
              <a:t> ipsum,</a:t>
            </a:r>
            <a:br>
              <a:rPr lang="fr-FR"/>
            </a:br>
            <a:r>
              <a:rPr lang="fr-FR" err="1"/>
              <a:t>vel</a:t>
            </a:r>
            <a:r>
              <a:rPr lang="fr-FR"/>
              <a:t> </a:t>
            </a:r>
            <a:r>
              <a:rPr lang="fr-FR" err="1"/>
              <a:t>tempus</a:t>
            </a:r>
            <a:r>
              <a:rPr lang="fr-FR"/>
              <a:t> </a:t>
            </a:r>
            <a:r>
              <a:rPr lang="fr-FR" err="1"/>
              <a:t>tellus</a:t>
            </a:r>
            <a:r>
              <a:rPr lang="fr-FR"/>
              <a:t> </a:t>
            </a:r>
            <a:r>
              <a:rPr lang="fr-FR" err="1"/>
              <a:t>sagittis</a:t>
            </a:r>
            <a:r>
              <a:rPr lang="fr-FR"/>
              <a:t> non</a:t>
            </a:r>
          </a:p>
        </p:txBody>
      </p:sp>
      <p:sp>
        <p:nvSpPr>
          <p:cNvPr id="24" name="fc" descr="  ">
            <a:extLst>
              <a:ext uri="{FF2B5EF4-FFF2-40B4-BE49-F238E27FC236}">
                <a16:creationId xmlns:a16="http://schemas.microsoft.com/office/drawing/2014/main" id="{8F174C34-F654-4FB4-B759-68127139EB0D}"/>
              </a:ext>
            </a:extLst>
          </p:cNvPr>
          <p:cNvSpPr txBox="1"/>
          <p:nvPr userDrawn="1"/>
        </p:nvSpPr>
        <p:spPr>
          <a:xfrm>
            <a:off x="0" y="6431410"/>
            <a:ext cx="12192000" cy="2666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133" b="0" i="0" u="none" baseline="0">
                <a:solidFill>
                  <a:schemeClr val="bg1"/>
                </a:solidFill>
                <a:latin typeface="Microsoft Sans Serif" panose="020B0604020202020204" pitchFamily="34" charset="0"/>
              </a:rPr>
              <a:t> 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4E204EE-217E-83D7-C391-7B013F7DEB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7" name="Groupe 6">
            <a:extLst>
              <a:ext uri="{FF2B5EF4-FFF2-40B4-BE49-F238E27FC236}">
                <a16:creationId xmlns:a16="http://schemas.microsoft.com/office/drawing/2014/main" id="{79EEA4EF-1490-7AB4-3D88-7B3E1D8C8899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3E5C2747-7836-762D-0647-6E0A500599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684CA76-CF82-5167-2066-0AF07224D5C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0" name="Groupe 9">
            <a:extLst>
              <a:ext uri="{FF2B5EF4-FFF2-40B4-BE49-F238E27FC236}">
                <a16:creationId xmlns:a16="http://schemas.microsoft.com/office/drawing/2014/main" id="{3F64152A-DDFB-7A52-F4A7-032E2EADBE17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5FE168D8-5C68-9337-6639-2B7E4CDCEA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319D659-AE96-1DEF-1E56-5BF3D099E7AA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  <p:sp>
        <p:nvSpPr>
          <p:cNvPr id="19" name="ZoneTexte 18">
            <a:extLst>
              <a:ext uri="{FF2B5EF4-FFF2-40B4-BE49-F238E27FC236}">
                <a16:creationId xmlns:a16="http://schemas.microsoft.com/office/drawing/2014/main" id="{3F5885AC-4BB7-C51E-EBB0-4E7567932992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1"/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" name="Espace réservé du pied de page 4">
            <a:extLst>
              <a:ext uri="{FF2B5EF4-FFF2-40B4-BE49-F238E27FC236}">
                <a16:creationId xmlns:a16="http://schemas.microsoft.com/office/drawing/2014/main" id="{BF034461-5944-C6B4-F924-FEC681F5F3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1"/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8322925D-DF45-F1BF-C93C-30F27A904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72662" y="6292561"/>
            <a:ext cx="445956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bg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A7A14D1B-F1B7-229C-8189-0C3BE27957AA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782376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space réservé pour une image  11">
            <a:extLst>
              <a:ext uri="{FF2B5EF4-FFF2-40B4-BE49-F238E27FC236}">
                <a16:creationId xmlns:a16="http://schemas.microsoft.com/office/drawing/2014/main" id="{EBB2A290-80EC-4D41-AB7F-4A0708C532A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2" y="0"/>
            <a:ext cx="4868189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99D89894-D0E9-4EC0-9E26-DD5A1B2E5E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68491" y="2839193"/>
            <a:ext cx="5971266" cy="1291498"/>
          </a:xfrm>
          <a:prstGeom prst="rect">
            <a:avLst/>
          </a:prstGeom>
        </p:spPr>
        <p:txBody>
          <a:bodyPr wrap="square" lIns="72000" tIns="36000" rIns="72000" bIns="36000" anchor="ctr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4400" b="1">
                <a:solidFill>
                  <a:schemeClr val="accent4"/>
                </a:solidFill>
                <a:latin typeface="+mj-lt"/>
              </a:defRPr>
            </a:lvl1pPr>
            <a:lvl2pPr marL="245635" indent="0">
              <a:buNone/>
              <a:defRPr>
                <a:latin typeface="+mn-lt"/>
              </a:defRPr>
            </a:lvl2pPr>
            <a:lvl3pPr marL="457387" indent="0">
              <a:buNone/>
              <a:defRPr>
                <a:latin typeface="+mn-lt"/>
              </a:defRPr>
            </a:lvl3pPr>
            <a:lvl4pPr marL="1829532" indent="0">
              <a:buNone/>
              <a:defRPr>
                <a:latin typeface="+mn-lt"/>
              </a:defRPr>
            </a:lvl4pPr>
            <a:lvl5pPr marL="2439371" indent="0">
              <a:buNone/>
              <a:defRPr>
                <a:latin typeface="+mn-lt"/>
              </a:defRPr>
            </a:lvl5pPr>
          </a:lstStyle>
          <a:p>
            <a:pPr lvl="0"/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fr-FR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74B52402-2172-43E2-85AB-A27808DD5AA2}"/>
              </a:ext>
            </a:extLst>
          </p:cNvPr>
          <p:cNvGrpSpPr/>
          <p:nvPr userDrawn="1"/>
        </p:nvGrpSpPr>
        <p:grpSpPr>
          <a:xfrm>
            <a:off x="5472874" y="4820988"/>
            <a:ext cx="1327481" cy="95981"/>
            <a:chOff x="479376" y="980728"/>
            <a:chExt cx="995611" cy="72008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E5F475E0-73FC-4EF3-B38B-1BC72D4B02D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E0C7703-EEE6-4894-8E05-3C55D8780320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13" name="Espace réservé du texte 3">
            <a:extLst>
              <a:ext uri="{FF2B5EF4-FFF2-40B4-BE49-F238E27FC236}">
                <a16:creationId xmlns:a16="http://schemas.microsoft.com/office/drawing/2014/main" id="{D575B653-E75E-4D6F-B409-9D8F0B5143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387541" y="1802597"/>
            <a:ext cx="1798616" cy="441907"/>
          </a:xfrm>
          <a:prstGeom prst="rect">
            <a:avLst/>
          </a:prstGeom>
        </p:spPr>
        <p:txBody>
          <a:bodyPr wrap="none" lIns="72000" tIns="36000" rIns="72000" bIns="36000" anchor="b" anchorCtr="0">
            <a:spAutoFit/>
          </a:bodyPr>
          <a:lstStyle>
            <a:lvl1pPr marL="0" indent="0" algn="l">
              <a:buNone/>
              <a:defRPr sz="2666" b="0">
                <a:solidFill>
                  <a:schemeClr val="accent1"/>
                </a:solidFill>
              </a:defRPr>
            </a:lvl1pPr>
            <a:lvl2pPr marL="245635" indent="0" algn="ctr">
              <a:buNone/>
              <a:defRPr>
                <a:solidFill>
                  <a:schemeClr val="tx1"/>
                </a:solidFill>
              </a:defRPr>
            </a:lvl2pPr>
            <a:lvl3pPr marL="457387" indent="0" algn="ctr">
              <a:buNone/>
              <a:defRPr>
                <a:solidFill>
                  <a:schemeClr val="tx1"/>
                </a:solidFill>
              </a:defRPr>
            </a:lvl3pPr>
            <a:lvl4pPr marL="1829532" indent="0" algn="ctr">
              <a:buNone/>
              <a:defRPr>
                <a:solidFill>
                  <a:schemeClr val="tx1"/>
                </a:solidFill>
              </a:defRPr>
            </a:lvl4pPr>
            <a:lvl5pPr marL="2439371" indent="0" algn="ctr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 err="1"/>
              <a:t>Chapter</a:t>
            </a:r>
            <a:r>
              <a:rPr lang="fr-FR"/>
              <a:t> 01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845DF7EE-7BCF-4102-B7A8-B8F30BEEB4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grpSp>
        <p:nvGrpSpPr>
          <p:cNvPr id="4" name="Groupe 3">
            <a:extLst>
              <a:ext uri="{FF2B5EF4-FFF2-40B4-BE49-F238E27FC236}">
                <a16:creationId xmlns:a16="http://schemas.microsoft.com/office/drawing/2014/main" id="{4F3726C0-59A7-2C9D-11DF-95D73CB75274}"/>
              </a:ext>
            </a:extLst>
          </p:cNvPr>
          <p:cNvGrpSpPr/>
          <p:nvPr userDrawn="1"/>
        </p:nvGrpSpPr>
        <p:grpSpPr>
          <a:xfrm>
            <a:off x="-2113804" y="0"/>
            <a:ext cx="1885826" cy="1528108"/>
            <a:chOff x="4867566" y="1651754"/>
            <a:chExt cx="1885826" cy="1528108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448B661-8C0F-DCD0-877D-8B5F9FFAE49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664900F-FA05-0FBC-16BD-E9FBBF9E189B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d’image :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Faire un clic droit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sur la diapositive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Mise en forme de l’arrière plan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Choisir l’image souhaitée (1920x1080px)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641610A-D1D3-3A51-0B8D-0A059BB05692}"/>
              </a:ext>
            </a:extLst>
          </p:cNvPr>
          <p:cNvGrpSpPr/>
          <p:nvPr userDrawn="1"/>
        </p:nvGrpSpPr>
        <p:grpSpPr>
          <a:xfrm>
            <a:off x="12400482" y="0"/>
            <a:ext cx="1885826" cy="1528108"/>
            <a:chOff x="4867566" y="1651754"/>
            <a:chExt cx="1885826" cy="1528108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BE7D702B-44AC-69E2-DFE2-D4FEC3FD643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7754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19F490D-FD8A-1F8B-5F8D-DE51543F7DCD}"/>
                </a:ext>
              </a:extLst>
            </p:cNvPr>
            <p:cNvSpPr/>
            <p:nvPr/>
          </p:nvSpPr>
          <p:spPr>
            <a:xfrm>
              <a:off x="4867566" y="2010311"/>
              <a:ext cx="1885826" cy="1169551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visual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Right click on the slide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“Format Background”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Import a visual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from your computer (1920x1080px)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94187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texte 18">
            <a:extLst>
              <a:ext uri="{FF2B5EF4-FFF2-40B4-BE49-F238E27FC236}">
                <a16:creationId xmlns:a16="http://schemas.microsoft.com/office/drawing/2014/main" id="{2E95906C-5CA5-4BA3-A292-15C1688840E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7526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3FB003D9-D2CB-43AC-8422-454FDA1FEB7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75262" y="1450065"/>
            <a:ext cx="515700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01</a:t>
            </a:r>
          </a:p>
        </p:txBody>
      </p:sp>
      <p:sp>
        <p:nvSpPr>
          <p:cNvPr id="13" name="Espace réservé du texte 18">
            <a:extLst>
              <a:ext uri="{FF2B5EF4-FFF2-40B4-BE49-F238E27FC236}">
                <a16:creationId xmlns:a16="http://schemas.microsoft.com/office/drawing/2014/main" id="{A97D576F-69C8-42FE-B023-2F464A71D43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7526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90896ABD-2DB8-45E3-9D11-DFC204093E2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7526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02</a:t>
            </a:r>
          </a:p>
        </p:txBody>
      </p:sp>
      <p:sp>
        <p:nvSpPr>
          <p:cNvPr id="16" name="Espace réservé du texte 18">
            <a:extLst>
              <a:ext uri="{FF2B5EF4-FFF2-40B4-BE49-F238E27FC236}">
                <a16:creationId xmlns:a16="http://schemas.microsoft.com/office/drawing/2014/main" id="{31915861-BEA1-4BE2-9820-FD61F69BEE5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7526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17" name="Espace réservé du texte 12">
            <a:extLst>
              <a:ext uri="{FF2B5EF4-FFF2-40B4-BE49-F238E27FC236}">
                <a16:creationId xmlns:a16="http://schemas.microsoft.com/office/drawing/2014/main" id="{6D4CAEA7-9180-42FB-8D51-9E432AEC85D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7526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03</a:t>
            </a:r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A6FE8267-9C90-4C1D-AB2F-3D28E1DF52E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451501" y="222219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0" name="Espace réservé du texte 12">
            <a:extLst>
              <a:ext uri="{FF2B5EF4-FFF2-40B4-BE49-F238E27FC236}">
                <a16:creationId xmlns:a16="http://schemas.microsoft.com/office/drawing/2014/main" id="{E2D8F071-1674-4659-8AE2-EA5C61295D2A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451502" y="1450065"/>
            <a:ext cx="562187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04</a:t>
            </a:r>
          </a:p>
        </p:txBody>
      </p:sp>
      <p:sp>
        <p:nvSpPr>
          <p:cNvPr id="22" name="Espace réservé du texte 18">
            <a:extLst>
              <a:ext uri="{FF2B5EF4-FFF2-40B4-BE49-F238E27FC236}">
                <a16:creationId xmlns:a16="http://schemas.microsoft.com/office/drawing/2014/main" id="{AD482873-8F59-44F9-AA47-AE7E0A0790E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451501" y="3788048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3" name="Espace réservé du texte 12">
            <a:extLst>
              <a:ext uri="{FF2B5EF4-FFF2-40B4-BE49-F238E27FC236}">
                <a16:creationId xmlns:a16="http://schemas.microsoft.com/office/drawing/2014/main" id="{A7A143B4-4E3D-4D1B-9C7D-F703929996F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451502" y="3015915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05</a:t>
            </a:r>
          </a:p>
        </p:txBody>
      </p:sp>
      <p:sp>
        <p:nvSpPr>
          <p:cNvPr id="25" name="Espace réservé du texte 18">
            <a:extLst>
              <a:ext uri="{FF2B5EF4-FFF2-40B4-BE49-F238E27FC236}">
                <a16:creationId xmlns:a16="http://schemas.microsoft.com/office/drawing/2014/main" id="{12B75139-0488-42FE-B16B-FF5E9C38C1A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451501" y="5362362"/>
            <a:ext cx="3144219" cy="321874"/>
          </a:xfrm>
          <a:prstGeom prst="rect">
            <a:avLst/>
          </a:prstGeom>
        </p:spPr>
        <p:txBody>
          <a:bodyPr wrap="square" lIns="72000" tIns="36000" rIns="72000" bIns="36000" anchor="t" anchorCtr="0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799" b="1" cap="none" baseline="0">
                <a:solidFill>
                  <a:schemeClr val="tx2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cap="none">
                <a:solidFill>
                  <a:schemeClr val="accent1"/>
                </a:solidFill>
              </a:defRPr>
            </a:lvl2pPr>
            <a:lvl3pPr marL="0" indent="0">
              <a:buNone/>
              <a:tabLst/>
              <a:defRPr sz="1999" b="1" cap="all"/>
            </a:lvl3pPr>
            <a:lvl4pPr marL="0" indent="0">
              <a:buNone/>
              <a:tabLst/>
              <a:defRPr sz="1999" b="1" cap="all"/>
            </a:lvl4pPr>
            <a:lvl5pPr marL="0" indent="0">
              <a:buNone/>
              <a:tabLst/>
              <a:defRPr sz="1999" b="1" cap="all"/>
            </a:lvl5pPr>
          </a:lstStyle>
          <a:p>
            <a:r>
              <a:rPr lang="en-GB" noProof="0"/>
              <a:t>Part title</a:t>
            </a:r>
          </a:p>
        </p:txBody>
      </p:sp>
      <p:sp>
        <p:nvSpPr>
          <p:cNvPr id="26" name="Espace réservé du texte 12">
            <a:extLst>
              <a:ext uri="{FF2B5EF4-FFF2-40B4-BE49-F238E27FC236}">
                <a16:creationId xmlns:a16="http://schemas.microsoft.com/office/drawing/2014/main" id="{F732F2DD-7975-4E7B-872E-ACE4E87EDB1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7451502" y="4590229"/>
            <a:ext cx="555775" cy="482944"/>
          </a:xfrm>
          <a:prstGeom prst="rect">
            <a:avLst/>
          </a:prstGeom>
        </p:spPr>
        <p:txBody>
          <a:bodyPr wrap="none" lIns="72000" tIns="36000" rIns="72000" bIns="36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666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GB" noProof="0"/>
              <a:t>06</a:t>
            </a:r>
          </a:p>
        </p:txBody>
      </p:sp>
      <p:sp>
        <p:nvSpPr>
          <p:cNvPr id="27" name="Espace réservé du pied de page 4">
            <a:extLst>
              <a:ext uri="{FF2B5EF4-FFF2-40B4-BE49-F238E27FC236}">
                <a16:creationId xmlns:a16="http://schemas.microsoft.com/office/drawing/2014/main" id="{9451413B-5451-2984-8B2D-A6F9405B13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6EF8B9A-99A2-1F66-796A-CDD684280447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A5557A91-1EEE-837D-D85E-014867B6683E}"/>
              </a:ext>
            </a:extLst>
          </p:cNvPr>
          <p:cNvCxnSpPr/>
          <p:nvPr userDrawn="1"/>
        </p:nvCxnSpPr>
        <p:spPr>
          <a:xfrm>
            <a:off x="7702952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C496204B-94FC-3807-16C2-091F789801EF}"/>
              </a:ext>
            </a:extLst>
          </p:cNvPr>
          <p:cNvCxnSpPr/>
          <p:nvPr userDrawn="1"/>
        </p:nvCxnSpPr>
        <p:spPr>
          <a:xfrm>
            <a:off x="7702952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BAD3491-CEAE-5213-A89B-6BE968C4E6DB}"/>
              </a:ext>
            </a:extLst>
          </p:cNvPr>
          <p:cNvCxnSpPr/>
          <p:nvPr userDrawn="1"/>
        </p:nvCxnSpPr>
        <p:spPr>
          <a:xfrm>
            <a:off x="7702952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11E350CC-0CF7-F0EB-0B94-FF0946E3FC24}"/>
              </a:ext>
            </a:extLst>
          </p:cNvPr>
          <p:cNvCxnSpPr/>
          <p:nvPr userDrawn="1"/>
        </p:nvCxnSpPr>
        <p:spPr>
          <a:xfrm>
            <a:off x="2239970" y="1876425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7DEBC674-80E2-435A-6C3A-774994C3E5E2}"/>
              </a:ext>
            </a:extLst>
          </p:cNvPr>
          <p:cNvCxnSpPr/>
          <p:nvPr userDrawn="1"/>
        </p:nvCxnSpPr>
        <p:spPr>
          <a:xfrm>
            <a:off x="2239970" y="3437472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D2B31FA-2695-C584-7D3D-D75C6A48F443}"/>
              </a:ext>
            </a:extLst>
          </p:cNvPr>
          <p:cNvCxnSpPr/>
          <p:nvPr userDrawn="1"/>
        </p:nvCxnSpPr>
        <p:spPr>
          <a:xfrm>
            <a:off x="2239970" y="5018930"/>
            <a:ext cx="0" cy="298640"/>
          </a:xfrm>
          <a:prstGeom prst="line">
            <a:avLst/>
          </a:prstGeom>
          <a:ln w="22225">
            <a:gradFill>
              <a:gsLst>
                <a:gs pos="0">
                  <a:schemeClr val="accent1"/>
                </a:gs>
                <a:gs pos="100000">
                  <a:schemeClr val="tx1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itre 29">
            <a:extLst>
              <a:ext uri="{FF2B5EF4-FFF2-40B4-BE49-F238E27FC236}">
                <a16:creationId xmlns:a16="http://schemas.microsoft.com/office/drawing/2014/main" id="{64C89B54-06C3-39A1-D6A5-CCEEEEB919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0738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6" name="Espace réservé du contenu 3">
            <a:extLst>
              <a:ext uri="{FF2B5EF4-FFF2-40B4-BE49-F238E27FC236}">
                <a16:creationId xmlns:a16="http://schemas.microsoft.com/office/drawing/2014/main" id="{14E6BA19-6303-EEAE-18EC-0686F94CEE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08792" y="1335205"/>
            <a:ext cx="11500093" cy="482874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2D80E7-2910-2EAE-655C-33DCDC6966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825540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D4D2A84-A08A-154D-806F-D0113C6A3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8276" y="1335523"/>
            <a:ext cx="11508655" cy="4828741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AB167D5-2D11-5497-D530-8FFB166AD5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AE3D0C3-EBAF-AF65-33D1-0342F28774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9894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x2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269925D1-628C-E93F-77A3-4DE682A3F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6D25C1-890B-ED1E-6440-92771002D29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8" name="Espace réservé du texte 4">
            <a:extLst>
              <a:ext uri="{FF2B5EF4-FFF2-40B4-BE49-F238E27FC236}">
                <a16:creationId xmlns:a16="http://schemas.microsoft.com/office/drawing/2014/main" id="{29E26E9A-C805-DCE0-08BF-2C21126FE1F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9A8EBE2-0D3D-B0B1-6A8F-F3F143EE6B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33312E1A-B230-F882-6512-9C2B8D0AF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804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Righ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0938C6CF-C92A-455E-BDA8-BA47D4918DE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08792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3B1F21EB-8662-8C41-3C0A-0F605CB04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9937D288-187B-EB20-26BD-8AE9EF0D63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19290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7984F63-5875-1908-B71E-732D21F9D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58D278-95F4-52C2-1778-4957964EE6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313905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Left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70F129C2-FC0F-5D79-D2F5-A76CFCFB2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3" name="Espace réservé du texte 4">
            <a:extLst>
              <a:ext uri="{FF2B5EF4-FFF2-40B4-BE49-F238E27FC236}">
                <a16:creationId xmlns:a16="http://schemas.microsoft.com/office/drawing/2014/main" id="{334235F4-E084-4D43-897B-04A08BB526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8792" y="1335206"/>
            <a:ext cx="5589593" cy="4828743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Espace réservé pour une image  3">
            <a:extLst>
              <a:ext uri="{FF2B5EF4-FFF2-40B4-BE49-F238E27FC236}">
                <a16:creationId xmlns:a16="http://schemas.microsoft.com/office/drawing/2014/main" id="{C268BE82-0714-E903-B117-67474D65C0C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9290" y="1335206"/>
            <a:ext cx="5589593" cy="4828743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fr-FR"/>
              <a:t> 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F22E186-7ADE-E1F5-A89E-84F8BCE909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2DF335-6EFB-F27C-9543-93C297F8953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540365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2xLINE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22FFB576-0FA5-59F3-D870-10CB8194A3A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08792" y="1766609"/>
            <a:ext cx="11500094" cy="439733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7926FA-4C37-4337-A48F-C1E3BB67A08D}"/>
              </a:ext>
            </a:extLst>
          </p:cNvPr>
          <p:cNvSpPr/>
          <p:nvPr userDrawn="1"/>
        </p:nvSpPr>
        <p:spPr>
          <a:xfrm>
            <a:off x="308791" y="800050"/>
            <a:ext cx="1679441" cy="3312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F9FFDC42-125C-4054-A929-D2AEC3063789}"/>
              </a:ext>
            </a:extLst>
          </p:cNvPr>
          <p:cNvGrpSpPr/>
          <p:nvPr userDrawn="1"/>
        </p:nvGrpSpPr>
        <p:grpSpPr>
          <a:xfrm>
            <a:off x="393636" y="1325783"/>
            <a:ext cx="1327481" cy="95981"/>
            <a:chOff x="479376" y="980728"/>
            <a:chExt cx="995611" cy="72008"/>
          </a:xfrm>
        </p:grpSpPr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80F81FB-0C3F-4ACC-8152-C73B0FC424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0F322F3-DC27-4466-81D1-86ACB0ECF7A9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79525850-0777-A6EE-F419-D78308D930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5871F0C-EC6C-5075-D2C9-AC47521EF9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8792" y="256372"/>
            <a:ext cx="11496096" cy="1047833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Add a title</a:t>
            </a:r>
            <a:br>
              <a:rPr lang="en-US"/>
            </a:br>
            <a:r>
              <a:rPr lang="en-US"/>
              <a:t>to the slide</a:t>
            </a:r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49317C6-1AF2-7566-A6BA-73FD594E62A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697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EXT_BLOC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0607D16-1B92-3382-E419-3AFAAEAAE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579404-282D-4B0E-A99F-DB85776D4D8E}"/>
              </a:ext>
            </a:extLst>
          </p:cNvPr>
          <p:cNvSpPr/>
          <p:nvPr userDrawn="1"/>
        </p:nvSpPr>
        <p:spPr>
          <a:xfrm>
            <a:off x="308791" y="5560884"/>
            <a:ext cx="11500093" cy="609412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399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6675F3D-A583-1C52-1FED-53EA7A70037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8790" y="5872249"/>
            <a:ext cx="11500093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9" name="Espace réservé du texte 6">
            <a:extLst>
              <a:ext uri="{FF2B5EF4-FFF2-40B4-BE49-F238E27FC236}">
                <a16:creationId xmlns:a16="http://schemas.microsoft.com/office/drawing/2014/main" id="{9358AD63-E459-F89D-5CFD-8811589D16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8792" y="5624982"/>
            <a:ext cx="11500092" cy="221471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ctr">
              <a:buNone/>
              <a:defRPr sz="1599" b="1">
                <a:solidFill>
                  <a:schemeClr val="bg1"/>
                </a:solidFill>
              </a:defRPr>
            </a:lvl1pPr>
            <a:lvl2pPr marL="245635" indent="0">
              <a:buNone/>
              <a:defRPr>
                <a:solidFill>
                  <a:srgbClr val="FF0000"/>
                </a:solidFill>
              </a:defRPr>
            </a:lvl2pPr>
            <a:lvl3pPr marL="457387" indent="0">
              <a:buNone/>
              <a:defRPr>
                <a:solidFill>
                  <a:srgbClr val="FF0000"/>
                </a:solidFill>
              </a:defRPr>
            </a:lvl3pPr>
            <a:lvl4pPr marL="1829532" indent="0">
              <a:buNone/>
              <a:defRPr>
                <a:solidFill>
                  <a:srgbClr val="FF0000"/>
                </a:solidFill>
              </a:defRPr>
            </a:lvl4pPr>
            <a:lvl5pPr marL="2439371" indent="0">
              <a:buNone/>
              <a:defRPr>
                <a:solidFill>
                  <a:srgbClr val="FF0000"/>
                </a:solidFill>
              </a:defRPr>
            </a:lvl5pPr>
          </a:lstStyle>
          <a:p>
            <a:pPr lvl="0"/>
            <a:r>
              <a:rPr lang="fr-FR"/>
              <a:t>Lorem ipsum </a:t>
            </a:r>
            <a:r>
              <a:rPr lang="fr-FR" err="1"/>
              <a:t>dolor</a:t>
            </a:r>
            <a:r>
              <a:rPr lang="fr-FR"/>
              <a:t> </a:t>
            </a:r>
            <a:r>
              <a:rPr lang="fr-FR" err="1"/>
              <a:t>sit</a:t>
            </a:r>
            <a:r>
              <a:rPr lang="fr-FR"/>
              <a:t> </a:t>
            </a:r>
            <a:r>
              <a:rPr lang="fr-FR" err="1"/>
              <a:t>amet</a:t>
            </a:r>
            <a:r>
              <a:rPr lang="fr-FR"/>
              <a:t>, </a:t>
            </a:r>
            <a:r>
              <a:rPr lang="fr-FR" err="1"/>
              <a:t>consectetur</a:t>
            </a:r>
            <a:r>
              <a:rPr lang="fr-FR"/>
              <a:t> </a:t>
            </a:r>
            <a:r>
              <a:rPr lang="fr-FR" err="1"/>
              <a:t>adipiscing</a:t>
            </a:r>
            <a:r>
              <a:rPr lang="fr-FR"/>
              <a:t> </a:t>
            </a:r>
            <a:r>
              <a:rPr lang="fr-FR" err="1"/>
              <a:t>elit</a:t>
            </a:r>
            <a:r>
              <a:rPr lang="fr-FR"/>
              <a:t>. </a:t>
            </a:r>
            <a:r>
              <a:rPr lang="fr-FR" err="1"/>
              <a:t>Praesent</a:t>
            </a:r>
            <a:r>
              <a:rPr lang="fr-FR"/>
              <a:t> </a:t>
            </a:r>
            <a:r>
              <a:rPr lang="fr-FR" err="1"/>
              <a:t>hendrerit</a:t>
            </a:r>
            <a:r>
              <a:rPr lang="fr-FR"/>
              <a:t> </a:t>
            </a:r>
            <a:r>
              <a:rPr lang="fr-FR" err="1"/>
              <a:t>lacinia</a:t>
            </a:r>
            <a:r>
              <a:rPr lang="fr-FR"/>
              <a:t> </a:t>
            </a:r>
            <a:r>
              <a:rPr lang="fr-FR" err="1"/>
              <a:t>placerat</a:t>
            </a:r>
            <a:r>
              <a:rPr lang="fr-FR"/>
              <a:t>. </a:t>
            </a:r>
          </a:p>
        </p:txBody>
      </p:sp>
      <p:sp>
        <p:nvSpPr>
          <p:cNvPr id="10" name="Espace réservé du contenu 9">
            <a:extLst>
              <a:ext uri="{FF2B5EF4-FFF2-40B4-BE49-F238E27FC236}">
                <a16:creationId xmlns:a16="http://schemas.microsoft.com/office/drawing/2014/main" id="{E985D512-F1DF-82F8-FA06-06866434FD1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08792" y="1335205"/>
            <a:ext cx="11500093" cy="4162198"/>
          </a:xfrm>
        </p:spPr>
        <p:txBody>
          <a:bodyPr/>
          <a:lstStyle/>
          <a:p>
            <a:pPr lvl="0"/>
            <a:r>
              <a:rPr lang="en-GB"/>
              <a:t>Click to edit mask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F91957A-3CC7-53BF-5075-F1D7CFA3D3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Add a title to the slide</a:t>
            </a:r>
            <a:endParaRPr lang="en-GB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114E520-3E70-D377-7EB4-2BB7FFC874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60441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557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theme" Target="../theme/theme2.xml"/><Relationship Id="rId12" Type="http://schemas.openxmlformats.org/officeDocument/2006/relationships/image" Target="../media/image1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theme" Target="../theme/theme3.xml"/><Relationship Id="rId12" Type="http://schemas.openxmlformats.org/officeDocument/2006/relationships/image" Target="../media/image1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theme" Target="../theme/theme4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 userDrawn="1"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08644A0-C985-36DE-D0B8-5E695771CD6B}"/>
              </a:ext>
            </a:extLst>
          </p:cNvPr>
          <p:cNvGrpSpPr/>
          <p:nvPr userDrawn="1"/>
        </p:nvGrpSpPr>
        <p:grpSpPr>
          <a:xfrm>
            <a:off x="-2143714" y="4560451"/>
            <a:ext cx="1885826" cy="2297549"/>
            <a:chOff x="2689543" y="1651754"/>
            <a:chExt cx="1885826" cy="2297549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C2D50DB8-8BF3-238F-D814-409662D37B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563F829-0459-B7C4-A126-966BCB780174}"/>
                </a:ext>
              </a:extLst>
            </p:cNvPr>
            <p:cNvSpPr/>
            <p:nvPr/>
          </p:nvSpPr>
          <p:spPr>
            <a:xfrm>
              <a:off x="2689543" y="2010311"/>
              <a:ext cx="1885826" cy="19389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le pied</a:t>
              </a:r>
              <a:b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</a:b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de page : 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insérer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en-tête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et 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Sélectionner « Numéro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de diapositive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Écrire le texte souhaité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dans la case « 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Cliquez sur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« Appliquer partout »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68AE6CF-9862-0F5F-728C-0631D070149D}"/>
              </a:ext>
            </a:extLst>
          </p:cNvPr>
          <p:cNvGrpSpPr/>
          <p:nvPr userDrawn="1"/>
        </p:nvGrpSpPr>
        <p:grpSpPr>
          <a:xfrm>
            <a:off x="12428629" y="5022115"/>
            <a:ext cx="1885826" cy="1835885"/>
            <a:chOff x="2689543" y="1651754"/>
            <a:chExt cx="1885826" cy="183588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88305751-EDA3-0F33-0128-7955F49D00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A951789-1DCB-8DCE-276B-A4A787CD72A3}"/>
                </a:ext>
              </a:extLst>
            </p:cNvPr>
            <p:cNvSpPr/>
            <p:nvPr/>
          </p:nvSpPr>
          <p:spPr>
            <a:xfrm>
              <a:off x="2689543" y="2010311"/>
              <a:ext cx="1885826" cy="147732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footer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“insert”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“Header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&amp; Footer”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Check the “Slide number”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Write the desired text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in the "Footer“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“Apply to all”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2D5D567-CB1C-D480-EDC3-8DA36A1CD366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975737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734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</p:sldLayoutIdLst>
  <p:transition>
    <p:fade/>
  </p:transition>
  <p:hf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2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 userDrawn="1"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08644A0-C985-36DE-D0B8-5E695771CD6B}"/>
              </a:ext>
            </a:extLst>
          </p:cNvPr>
          <p:cNvGrpSpPr/>
          <p:nvPr userDrawn="1"/>
        </p:nvGrpSpPr>
        <p:grpSpPr>
          <a:xfrm>
            <a:off x="-2143714" y="4560451"/>
            <a:ext cx="1885826" cy="2297549"/>
            <a:chOff x="2689543" y="1651754"/>
            <a:chExt cx="1885826" cy="2297549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C2D50DB8-8BF3-238F-D814-409662D37B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563F829-0459-B7C4-A126-966BCB780174}"/>
                </a:ext>
              </a:extLst>
            </p:cNvPr>
            <p:cNvSpPr/>
            <p:nvPr/>
          </p:nvSpPr>
          <p:spPr>
            <a:xfrm>
              <a:off x="2689543" y="2010311"/>
              <a:ext cx="1885826" cy="19389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le pied</a:t>
              </a:r>
              <a:b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</a:b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de page : 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insérer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en-tête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et 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Sélectionner « Numéro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de diapositive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Écrire le texte souhaité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dans la case « 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Cliquez sur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« Appliquer partout »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68AE6CF-9862-0F5F-728C-0631D070149D}"/>
              </a:ext>
            </a:extLst>
          </p:cNvPr>
          <p:cNvGrpSpPr/>
          <p:nvPr userDrawn="1"/>
        </p:nvGrpSpPr>
        <p:grpSpPr>
          <a:xfrm>
            <a:off x="12428629" y="5022115"/>
            <a:ext cx="1885826" cy="1835885"/>
            <a:chOff x="2689543" y="1651754"/>
            <a:chExt cx="1885826" cy="183588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88305751-EDA3-0F33-0128-7955F49D00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A951789-1DCB-8DCE-276B-A4A787CD72A3}"/>
                </a:ext>
              </a:extLst>
            </p:cNvPr>
            <p:cNvSpPr/>
            <p:nvPr/>
          </p:nvSpPr>
          <p:spPr>
            <a:xfrm>
              <a:off x="2689543" y="2010311"/>
              <a:ext cx="1885826" cy="147732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footer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“insert”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“Header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&amp; Footer”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Check the “Slide number”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Write the desired text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in the "Footer“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“Apply to all”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A00032CC-143E-D204-32D5-3926FDD99D0C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6464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</p:sldLayoutIdLst>
  <p:transition>
    <p:fade/>
  </p:transition>
  <p:hf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 userDrawn="1"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08644A0-C985-36DE-D0B8-5E695771CD6B}"/>
              </a:ext>
            </a:extLst>
          </p:cNvPr>
          <p:cNvGrpSpPr/>
          <p:nvPr userDrawn="1"/>
        </p:nvGrpSpPr>
        <p:grpSpPr>
          <a:xfrm>
            <a:off x="-2143714" y="4560451"/>
            <a:ext cx="1885826" cy="2297549"/>
            <a:chOff x="2689543" y="1651754"/>
            <a:chExt cx="1885826" cy="2297549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C2D50DB8-8BF3-238F-D814-409662D37B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563F829-0459-B7C4-A126-966BCB780174}"/>
                </a:ext>
              </a:extLst>
            </p:cNvPr>
            <p:cNvSpPr/>
            <p:nvPr/>
          </p:nvSpPr>
          <p:spPr>
            <a:xfrm>
              <a:off x="2689543" y="2010311"/>
              <a:ext cx="1885826" cy="19389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le pied</a:t>
              </a:r>
              <a:b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</a:b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de page : 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insérer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en-tête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et 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Sélectionner « Numéro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de diapositive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Écrire le texte souhaité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dans la case « 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Cliquez sur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« Appliquer partout »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68AE6CF-9862-0F5F-728C-0631D070149D}"/>
              </a:ext>
            </a:extLst>
          </p:cNvPr>
          <p:cNvGrpSpPr/>
          <p:nvPr userDrawn="1"/>
        </p:nvGrpSpPr>
        <p:grpSpPr>
          <a:xfrm>
            <a:off x="12428629" y="5022115"/>
            <a:ext cx="1885826" cy="1835885"/>
            <a:chOff x="2689543" y="1651754"/>
            <a:chExt cx="1885826" cy="183588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88305751-EDA3-0F33-0128-7955F49D00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A951789-1DCB-8DCE-276B-A4A787CD72A3}"/>
                </a:ext>
              </a:extLst>
            </p:cNvPr>
            <p:cNvSpPr/>
            <p:nvPr/>
          </p:nvSpPr>
          <p:spPr>
            <a:xfrm>
              <a:off x="2689543" y="2010311"/>
              <a:ext cx="1885826" cy="147732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footer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“insert”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“Header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&amp; Footer”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Check the “Slide number”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Write the desired text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in the "Footer“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“Apply to all”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16A28BAD-5511-3272-4A59-401ED67944E8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94442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</p:sldLayoutIdLst>
  <p:transition>
    <p:fade/>
  </p:transition>
  <p:hf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15">
            <a:extLst>
              <a:ext uri="{FF2B5EF4-FFF2-40B4-BE49-F238E27FC236}">
                <a16:creationId xmlns:a16="http://schemas.microsoft.com/office/drawing/2014/main" id="{47F4591A-171D-4B6F-91D4-CD89F6E4B04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/>
          <a:stretch/>
        </p:blipFill>
        <p:spPr>
          <a:xfrm>
            <a:off x="10716751" y="6447671"/>
            <a:ext cx="1090180" cy="230790"/>
          </a:xfrm>
          <a:prstGeom prst="rect">
            <a:avLst/>
          </a:prstGeom>
          <a:noFill/>
        </p:spPr>
      </p:pic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8B519F6C-EBB1-41F2-9E05-DEE79643C5DB}"/>
              </a:ext>
            </a:extLst>
          </p:cNvPr>
          <p:cNvCxnSpPr>
            <a:cxnSpLocks/>
          </p:cNvCxnSpPr>
          <p:nvPr userDrawn="1"/>
        </p:nvCxnSpPr>
        <p:spPr>
          <a:xfrm>
            <a:off x="656929" y="6360294"/>
            <a:ext cx="0" cy="144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7532A455-C781-4527-AD8C-3511FB0D154E}"/>
              </a:ext>
            </a:extLst>
          </p:cNvPr>
          <p:cNvSpPr txBox="1"/>
          <p:nvPr userDrawn="1"/>
        </p:nvSpPr>
        <p:spPr>
          <a:xfrm>
            <a:off x="383117" y="6549567"/>
            <a:ext cx="9476499" cy="1435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933" b="0" i="0" u="none" strike="noStrike" baseline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This document and the information therein are the property of Safran. They must not be copied or communicated to a third party without the prior written authorization of Safran</a:t>
            </a:r>
            <a:endParaRPr lang="fr-FR" sz="2133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3" name="Espace réservé du titre 2">
            <a:extLst>
              <a:ext uri="{FF2B5EF4-FFF2-40B4-BE49-F238E27FC236}">
                <a16:creationId xmlns:a16="http://schemas.microsoft.com/office/drawing/2014/main" id="{B9383F94-4300-4F00-9605-92CC0B15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792" y="256372"/>
            <a:ext cx="11496096" cy="596620"/>
          </a:xfrm>
          <a:prstGeom prst="rect">
            <a:avLst/>
          </a:prstGeom>
        </p:spPr>
        <p:txBody>
          <a:bodyPr vert="horz" lIns="72000" tIns="72000" rIns="72000" bIns="72000" rtlCol="0" anchor="t">
            <a:spAutoFit/>
          </a:bodyPr>
          <a:lstStyle/>
          <a:p>
            <a:r>
              <a:rPr lang="en-US"/>
              <a:t>Click here to add a title </a:t>
            </a:r>
            <a:endParaRPr lang="fr-FR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494B105B-2A3D-43D1-8E22-F916C197C990}"/>
              </a:ext>
            </a:extLst>
          </p:cNvPr>
          <p:cNvGrpSpPr/>
          <p:nvPr userDrawn="1"/>
        </p:nvGrpSpPr>
        <p:grpSpPr>
          <a:xfrm>
            <a:off x="393636" y="885849"/>
            <a:ext cx="1327481" cy="95981"/>
            <a:chOff x="479376" y="980728"/>
            <a:chExt cx="995611" cy="72008"/>
          </a:xfrm>
        </p:grpSpPr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7B4C35C0-4DF7-499F-A0E9-DE22F8DE2F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376" y="1047118"/>
              <a:ext cx="995611" cy="0"/>
            </a:xfrm>
            <a:prstGeom prst="line">
              <a:avLst/>
            </a:prstGeom>
            <a:noFill/>
            <a:ln w="12700" cap="flat" cmpd="sng" algn="ctr">
              <a:solidFill>
                <a:schemeClr val="accent2"/>
              </a:solidFill>
              <a:prstDash val="solid"/>
              <a:miter lim="800000"/>
            </a:ln>
            <a:effectLst/>
          </p:spPr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A032F39-BF54-4A07-A2E9-9CECCF93C9A6}"/>
                </a:ext>
              </a:extLst>
            </p:cNvPr>
            <p:cNvSpPr/>
            <p:nvPr userDrawn="1"/>
          </p:nvSpPr>
          <p:spPr>
            <a:xfrm>
              <a:off x="479376" y="980728"/>
              <a:ext cx="504056" cy="72008"/>
            </a:xfrm>
            <a:prstGeom prst="rect">
              <a:avLst/>
            </a:pr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1218804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3C5864-A815-9137-28E9-1104EAB284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03113"/>
            <a:ext cx="8944271" cy="253916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>
            <a:lvl1pPr algn="l">
              <a:defRPr sz="1050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Department / Company / Date (menu "Insert / Header and footer" – “Insertion / En-tête et pied de page”)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7E8C8B3-8552-D897-BC35-19AAA48A50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8276" y="1335207"/>
            <a:ext cx="11508655" cy="4828740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F7AE88A2-C418-A05C-73FE-0D4CF96C2E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3426" y="6292561"/>
            <a:ext cx="465192" cy="26161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>
            <a:lvl1pPr algn="r">
              <a:defRPr sz="1100" b="1">
                <a:solidFill>
                  <a:schemeClr val="tx1"/>
                </a:solidFill>
              </a:defRPr>
            </a:lvl1pPr>
          </a:lstStyle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E08644A0-C985-36DE-D0B8-5E695771CD6B}"/>
              </a:ext>
            </a:extLst>
          </p:cNvPr>
          <p:cNvGrpSpPr/>
          <p:nvPr userDrawn="1"/>
        </p:nvGrpSpPr>
        <p:grpSpPr>
          <a:xfrm>
            <a:off x="-2143714" y="4560451"/>
            <a:ext cx="1885826" cy="2297549"/>
            <a:chOff x="2689543" y="1651754"/>
            <a:chExt cx="1885826" cy="2297549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C2D50DB8-8BF3-238F-D814-409662D37B7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563F829-0459-B7C4-A126-966BCB780174}"/>
                </a:ext>
              </a:extLst>
            </p:cNvPr>
            <p:cNvSpPr/>
            <p:nvPr/>
          </p:nvSpPr>
          <p:spPr>
            <a:xfrm>
              <a:off x="2689543" y="2010311"/>
              <a:ext cx="1885826" cy="1938992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Pour changer le pied</a:t>
              </a:r>
              <a:b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</a:br>
              <a:r>
                <a:rPr kumimoji="0" lang="fr-FR" sz="1000" b="1" i="0" u="none" strike="noStrike" kern="120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rPr>
                <a:t>de page : 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insérer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Cliquer sur « en-tête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et 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Sélectionner « Numéro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de diapositive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Écrire le texte souhaité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dans la case « Pied de page »</a:t>
              </a:r>
            </a:p>
            <a:p>
              <a:pPr marL="171450" marR="0" lvl="0" indent="-17145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Cliquez sur </a:t>
              </a:r>
              <a:b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fr-FR" sz="1000" b="0" i="0" u="none" strike="noStrike" kern="120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ea typeface="+mn-ea"/>
                  <a:cs typeface="+mn-cs"/>
                </a:rPr>
                <a:t>« Appliquer partout »</a:t>
              </a:r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568AE6CF-9862-0F5F-728C-0631D070149D}"/>
              </a:ext>
            </a:extLst>
          </p:cNvPr>
          <p:cNvGrpSpPr/>
          <p:nvPr userDrawn="1"/>
        </p:nvGrpSpPr>
        <p:grpSpPr>
          <a:xfrm>
            <a:off x="12428629" y="5022115"/>
            <a:ext cx="1885826" cy="1835885"/>
            <a:chOff x="2689543" y="1651754"/>
            <a:chExt cx="1885826" cy="183588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88305751-EDA3-0F33-0128-7955F49D00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19731" y="1651754"/>
              <a:ext cx="425450" cy="425450"/>
            </a:xfrm>
            <a:custGeom>
              <a:avLst/>
              <a:gdLst>
                <a:gd name="T0" fmla="*/ 173 w 346"/>
                <a:gd name="T1" fmla="*/ 0 h 346"/>
                <a:gd name="T2" fmla="*/ 0 w 346"/>
                <a:gd name="T3" fmla="*/ 173 h 346"/>
                <a:gd name="T4" fmla="*/ 173 w 346"/>
                <a:gd name="T5" fmla="*/ 346 h 346"/>
                <a:gd name="T6" fmla="*/ 346 w 346"/>
                <a:gd name="T7" fmla="*/ 173 h 346"/>
                <a:gd name="T8" fmla="*/ 173 w 346"/>
                <a:gd name="T9" fmla="*/ 0 h 346"/>
                <a:gd name="T10" fmla="*/ 201 w 346"/>
                <a:gd name="T11" fmla="*/ 247 h 346"/>
                <a:gd name="T12" fmla="*/ 128 w 346"/>
                <a:gd name="T13" fmla="*/ 290 h 346"/>
                <a:gd name="T14" fmla="*/ 111 w 346"/>
                <a:gd name="T15" fmla="*/ 278 h 346"/>
                <a:gd name="T16" fmla="*/ 112 w 346"/>
                <a:gd name="T17" fmla="*/ 272 h 346"/>
                <a:gd name="T18" fmla="*/ 153 w 346"/>
                <a:gd name="T19" fmla="*/ 172 h 346"/>
                <a:gd name="T20" fmla="*/ 150 w 346"/>
                <a:gd name="T21" fmla="*/ 165 h 346"/>
                <a:gd name="T22" fmla="*/ 126 w 346"/>
                <a:gd name="T23" fmla="*/ 175 h 346"/>
                <a:gd name="T24" fmla="*/ 121 w 346"/>
                <a:gd name="T25" fmla="*/ 173 h 346"/>
                <a:gd name="T26" fmla="*/ 126 w 346"/>
                <a:gd name="T27" fmla="*/ 163 h 346"/>
                <a:gd name="T28" fmla="*/ 195 w 346"/>
                <a:gd name="T29" fmla="*/ 128 h 346"/>
                <a:gd name="T30" fmla="*/ 205 w 346"/>
                <a:gd name="T31" fmla="*/ 141 h 346"/>
                <a:gd name="T32" fmla="*/ 201 w 346"/>
                <a:gd name="T33" fmla="*/ 154 h 346"/>
                <a:gd name="T34" fmla="*/ 164 w 346"/>
                <a:gd name="T35" fmla="*/ 247 h 346"/>
                <a:gd name="T36" fmla="*/ 169 w 346"/>
                <a:gd name="T37" fmla="*/ 252 h 346"/>
                <a:gd name="T38" fmla="*/ 196 w 346"/>
                <a:gd name="T39" fmla="*/ 235 h 346"/>
                <a:gd name="T40" fmla="*/ 204 w 346"/>
                <a:gd name="T41" fmla="*/ 231 h 346"/>
                <a:gd name="T42" fmla="*/ 207 w 346"/>
                <a:gd name="T43" fmla="*/ 234 h 346"/>
                <a:gd name="T44" fmla="*/ 201 w 346"/>
                <a:gd name="T45" fmla="*/ 247 h 346"/>
                <a:gd name="T46" fmla="*/ 192 w 346"/>
                <a:gd name="T47" fmla="*/ 98 h 346"/>
                <a:gd name="T48" fmla="*/ 182 w 346"/>
                <a:gd name="T49" fmla="*/ 95 h 346"/>
                <a:gd name="T50" fmla="*/ 173 w 346"/>
                <a:gd name="T51" fmla="*/ 76 h 346"/>
                <a:gd name="T52" fmla="*/ 186 w 346"/>
                <a:gd name="T53" fmla="*/ 52 h 346"/>
                <a:gd name="T54" fmla="*/ 198 w 346"/>
                <a:gd name="T55" fmla="*/ 48 h 346"/>
                <a:gd name="T56" fmla="*/ 219 w 346"/>
                <a:gd name="T57" fmla="*/ 70 h 346"/>
                <a:gd name="T58" fmla="*/ 192 w 346"/>
                <a:gd name="T59" fmla="*/ 98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46" h="346">
                  <a:moveTo>
                    <a:pt x="173" y="0"/>
                  </a:moveTo>
                  <a:cubicBezTo>
                    <a:pt x="78" y="0"/>
                    <a:pt x="0" y="78"/>
                    <a:pt x="0" y="173"/>
                  </a:cubicBezTo>
                  <a:cubicBezTo>
                    <a:pt x="0" y="268"/>
                    <a:pt x="78" y="346"/>
                    <a:pt x="173" y="346"/>
                  </a:cubicBezTo>
                  <a:cubicBezTo>
                    <a:pt x="268" y="346"/>
                    <a:pt x="346" y="268"/>
                    <a:pt x="346" y="173"/>
                  </a:cubicBezTo>
                  <a:cubicBezTo>
                    <a:pt x="346" y="78"/>
                    <a:pt x="268" y="0"/>
                    <a:pt x="173" y="0"/>
                  </a:cubicBezTo>
                  <a:close/>
                  <a:moveTo>
                    <a:pt x="201" y="247"/>
                  </a:moveTo>
                  <a:cubicBezTo>
                    <a:pt x="182" y="270"/>
                    <a:pt x="143" y="290"/>
                    <a:pt x="128" y="290"/>
                  </a:cubicBezTo>
                  <a:cubicBezTo>
                    <a:pt x="122" y="290"/>
                    <a:pt x="111" y="284"/>
                    <a:pt x="111" y="278"/>
                  </a:cubicBezTo>
                  <a:cubicBezTo>
                    <a:pt x="111" y="276"/>
                    <a:pt x="111" y="276"/>
                    <a:pt x="112" y="272"/>
                  </a:cubicBezTo>
                  <a:cubicBezTo>
                    <a:pt x="126" y="238"/>
                    <a:pt x="138" y="213"/>
                    <a:pt x="153" y="172"/>
                  </a:cubicBezTo>
                  <a:cubicBezTo>
                    <a:pt x="154" y="169"/>
                    <a:pt x="153" y="165"/>
                    <a:pt x="150" y="165"/>
                  </a:cubicBezTo>
                  <a:cubicBezTo>
                    <a:pt x="146" y="165"/>
                    <a:pt x="136" y="169"/>
                    <a:pt x="126" y="175"/>
                  </a:cubicBezTo>
                  <a:cubicBezTo>
                    <a:pt x="125" y="177"/>
                    <a:pt x="121" y="174"/>
                    <a:pt x="121" y="173"/>
                  </a:cubicBezTo>
                  <a:cubicBezTo>
                    <a:pt x="121" y="170"/>
                    <a:pt x="123" y="167"/>
                    <a:pt x="126" y="163"/>
                  </a:cubicBezTo>
                  <a:cubicBezTo>
                    <a:pt x="134" y="154"/>
                    <a:pt x="171" y="128"/>
                    <a:pt x="195" y="128"/>
                  </a:cubicBezTo>
                  <a:cubicBezTo>
                    <a:pt x="199" y="128"/>
                    <a:pt x="205" y="137"/>
                    <a:pt x="205" y="141"/>
                  </a:cubicBezTo>
                  <a:cubicBezTo>
                    <a:pt x="205" y="144"/>
                    <a:pt x="202" y="151"/>
                    <a:pt x="201" y="154"/>
                  </a:cubicBezTo>
                  <a:cubicBezTo>
                    <a:pt x="182" y="197"/>
                    <a:pt x="176" y="218"/>
                    <a:pt x="164" y="247"/>
                  </a:cubicBezTo>
                  <a:cubicBezTo>
                    <a:pt x="163" y="251"/>
                    <a:pt x="166" y="252"/>
                    <a:pt x="169" y="252"/>
                  </a:cubicBezTo>
                  <a:cubicBezTo>
                    <a:pt x="172" y="252"/>
                    <a:pt x="182" y="247"/>
                    <a:pt x="196" y="235"/>
                  </a:cubicBezTo>
                  <a:cubicBezTo>
                    <a:pt x="201" y="231"/>
                    <a:pt x="202" y="231"/>
                    <a:pt x="204" y="231"/>
                  </a:cubicBezTo>
                  <a:cubicBezTo>
                    <a:pt x="205" y="231"/>
                    <a:pt x="207" y="232"/>
                    <a:pt x="207" y="234"/>
                  </a:cubicBezTo>
                  <a:cubicBezTo>
                    <a:pt x="207" y="237"/>
                    <a:pt x="205" y="242"/>
                    <a:pt x="201" y="247"/>
                  </a:cubicBezTo>
                  <a:close/>
                  <a:moveTo>
                    <a:pt x="192" y="98"/>
                  </a:moveTo>
                  <a:cubicBezTo>
                    <a:pt x="188" y="98"/>
                    <a:pt x="185" y="96"/>
                    <a:pt x="182" y="95"/>
                  </a:cubicBezTo>
                  <a:cubicBezTo>
                    <a:pt x="177" y="91"/>
                    <a:pt x="173" y="85"/>
                    <a:pt x="173" y="76"/>
                  </a:cubicBezTo>
                  <a:cubicBezTo>
                    <a:pt x="173" y="65"/>
                    <a:pt x="179" y="57"/>
                    <a:pt x="186" y="52"/>
                  </a:cubicBezTo>
                  <a:cubicBezTo>
                    <a:pt x="190" y="49"/>
                    <a:pt x="195" y="48"/>
                    <a:pt x="198" y="48"/>
                  </a:cubicBezTo>
                  <a:cubicBezTo>
                    <a:pt x="213" y="48"/>
                    <a:pt x="219" y="59"/>
                    <a:pt x="219" y="70"/>
                  </a:cubicBezTo>
                  <a:cubicBezTo>
                    <a:pt x="219" y="82"/>
                    <a:pt x="206" y="98"/>
                    <a:pt x="192" y="98"/>
                  </a:cubicBez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A951789-1DCB-8DCE-276B-A4A787CD72A3}"/>
                </a:ext>
              </a:extLst>
            </p:cNvPr>
            <p:cNvSpPr/>
            <p:nvPr/>
          </p:nvSpPr>
          <p:spPr>
            <a:xfrm>
              <a:off x="2689543" y="2010311"/>
              <a:ext cx="1885826" cy="147732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  <a:effectLst>
              <a:outerShdw blurRad="50800" dist="254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>
              <a:spAutoFit/>
            </a:bodyPr>
            <a:lstStyle/>
            <a:p>
              <a:pPr lvl="0"/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To change the </a:t>
              </a:r>
              <a:r>
                <a:rPr lang="fr-FR" sz="1000" b="1" err="1">
                  <a:solidFill>
                    <a:schemeClr val="accent1"/>
                  </a:solidFill>
                  <a:latin typeface="+mj-lt"/>
                </a:rPr>
                <a:t>footer</a:t>
              </a:r>
              <a:r>
                <a:rPr lang="fr-FR" sz="1000" b="1">
                  <a:solidFill>
                    <a:schemeClr val="accent1"/>
                  </a:solidFill>
                  <a:latin typeface="+mj-lt"/>
                </a:rPr>
                <a:t>: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“insert”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“Header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&amp; Footer”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Check the “Slide number”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Write the desired text</a:t>
              </a:r>
              <a:br>
                <a:rPr lang="en-US" sz="1000">
                  <a:solidFill>
                    <a:schemeClr val="tx1"/>
                  </a:solidFill>
                </a:rPr>
              </a:br>
              <a:r>
                <a:rPr lang="en-US" sz="1000">
                  <a:solidFill>
                    <a:schemeClr val="tx1"/>
                  </a:solidFill>
                </a:rPr>
                <a:t>in the "Footer“ box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US" sz="1000">
                  <a:solidFill>
                    <a:schemeClr val="tx1"/>
                  </a:solidFill>
                </a:rPr>
                <a:t>Click on “Apply to all”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5E210F0C-307B-E96A-19C9-07560902865C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668963" y="63500"/>
            <a:ext cx="8826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fr-FR" sz="1000">
                <a:solidFill>
                  <a:srgbClr val="FF8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C2 -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0117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</p:sldLayoutIdLst>
  <p:transition>
    <p:fade/>
  </p:transition>
  <p:hf hdr="0" dt="0"/>
  <p:txStyles>
    <p:titleStyle>
      <a:lvl1pPr algn="l" defTabSz="1219693" rtl="0" eaLnBrk="1" latinLnBrk="0" hangingPunct="1">
        <a:spcBef>
          <a:spcPct val="0"/>
        </a:spcBef>
        <a:buNone/>
        <a:defRPr sz="2932" b="0" i="0" kern="1200" cap="none" baseline="0">
          <a:solidFill>
            <a:schemeClr val="accent4"/>
          </a:solidFill>
          <a:latin typeface="+mj-lt"/>
          <a:ea typeface="+mj-ea"/>
          <a:cs typeface="Arial" pitchFamily="34" charset="0"/>
        </a:defRPr>
      </a:lvl1pPr>
    </p:titleStyle>
    <p:bodyStyle>
      <a:lvl1pPr marL="243518" indent="-243518" algn="l" defTabSz="1219693" rtl="0" eaLnBrk="1" latinLnBrk="0" hangingPunct="1">
        <a:lnSpc>
          <a:spcPct val="90000"/>
        </a:lnSpc>
        <a:spcBef>
          <a:spcPts val="1066"/>
        </a:spcBef>
        <a:buClr>
          <a:schemeClr val="accent1"/>
        </a:buClr>
        <a:buFont typeface="Wingdings" pitchFamily="2" charset="2"/>
        <a:buChar char="§"/>
        <a:defRPr sz="2133" b="1" i="0" kern="1200" baseline="0">
          <a:solidFill>
            <a:schemeClr val="accent1"/>
          </a:solidFill>
          <a:latin typeface="+mn-lt"/>
          <a:ea typeface="+mn-ea"/>
          <a:cs typeface="Arial" pitchFamily="34" charset="0"/>
        </a:defRPr>
      </a:lvl1pPr>
      <a:lvl2pPr marL="463735" indent="-21810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866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2pPr>
      <a:lvl3pPr marL="679718" indent="-222330" algn="l" defTabSz="1219693" rtl="0" eaLnBrk="1" latinLnBrk="0" hangingPunct="1">
        <a:lnSpc>
          <a:spcPct val="90000"/>
        </a:lnSpc>
        <a:spcBef>
          <a:spcPts val="533"/>
        </a:spcBef>
        <a:buClr>
          <a:schemeClr val="accent1"/>
        </a:buClr>
        <a:buFont typeface="Wingdings" pitchFamily="2" charset="2"/>
        <a:buChar char="§"/>
        <a:defRPr sz="1599" i="0" kern="1200" baseline="0">
          <a:solidFill>
            <a:schemeClr val="tx2"/>
          </a:solidFill>
          <a:latin typeface="+mn-lt"/>
          <a:ea typeface="+mn-ea"/>
          <a:cs typeface="Arial" pitchFamily="34" charset="0"/>
        </a:defRPr>
      </a:lvl3pPr>
      <a:lvl4pPr marL="8953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4pPr>
      <a:lvl5pPr marL="1162050" indent="-209550" algn="l" defTabSz="1219693" rtl="0" eaLnBrk="1" latinLnBrk="0" hangingPunct="1">
        <a:spcBef>
          <a:spcPct val="20000"/>
        </a:spcBef>
        <a:buClr>
          <a:schemeClr val="tx2"/>
        </a:buClr>
        <a:buFont typeface="Wingdings" pitchFamily="2" charset="2"/>
        <a:buChar char="§"/>
        <a:defRPr sz="1200" i="0" kern="1200">
          <a:solidFill>
            <a:schemeClr val="tx2"/>
          </a:solidFill>
          <a:latin typeface="+mn-lt"/>
          <a:ea typeface="+mn-ea"/>
          <a:cs typeface="Arial" pitchFamily="34" charset="0"/>
        </a:defRPr>
      </a:lvl5pPr>
      <a:lvl6pPr marL="3354136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3971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3824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3663" indent="-304920" algn="l" defTabSz="1219693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84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969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9528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937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9211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9053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8900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8742" algn="l" defTabSz="1219693" rtl="0" eaLnBrk="1" latinLnBrk="0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981">
          <p15:clr>
            <a:srgbClr val="F26B43"/>
          </p15:clr>
        </p15:guide>
        <p15:guide id="2" pos="5579">
          <p15:clr>
            <a:srgbClr val="F26B43"/>
          </p15:clr>
        </p15:guide>
        <p15:guide id="3" pos="181">
          <p15:clr>
            <a:srgbClr val="F26B43"/>
          </p15:clr>
        </p15:guide>
        <p15:guide id="4" orient="horz" pos="195">
          <p15:clr>
            <a:srgbClr val="F26B43"/>
          </p15:clr>
        </p15:guide>
        <p15:guide id="5" orient="horz" pos="3852">
          <p15:clr>
            <a:srgbClr val="F26B43"/>
          </p15:clr>
        </p15:guide>
        <p15:guide id="6" orient="horz" pos="285">
          <p15:clr>
            <a:srgbClr val="F26B43"/>
          </p15:clr>
        </p15:guide>
        <p15:guide id="8" pos="7491">
          <p15:clr>
            <a:srgbClr val="F26B43"/>
          </p15:clr>
        </p15:guide>
        <p15:guide id="9" pos="7391">
          <p15:clr>
            <a:srgbClr val="F26B43"/>
          </p15:clr>
        </p15:guide>
        <p15:guide id="10" orient="horz" pos="464">
          <p15:clr>
            <a:srgbClr val="F26B43"/>
          </p15:clr>
        </p15:guide>
        <p15:guide id="11" orient="horz" pos="2913">
          <p15:clr>
            <a:srgbClr val="F26B43"/>
          </p15:clr>
        </p15:guide>
        <p15:guide id="12" pos="2880">
          <p15:clr>
            <a:srgbClr val="F26B43"/>
          </p15:clr>
        </p15:guide>
        <p15:guide id="13" orient="horz" pos="63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6.png"/><Relationship Id="rId4" Type="http://schemas.openxmlformats.org/officeDocument/2006/relationships/image" Target="../media/image34.png"/><Relationship Id="rId5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558E2571-FE6B-1555-4685-62A4D68526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Bilan Communication DSI</a:t>
            </a:r>
          </a:p>
          <a:p>
            <a:r>
              <a:rPr lang="en-GB">
                <a:solidFill>
                  <a:srgbClr val="8FC1EE"/>
                </a:solidFill>
              </a:rPr>
              <a:t>S1 2026</a:t>
            </a:r>
          </a:p>
        </p:txBody>
      </p:sp>
    </p:spTree>
    <p:extLst>
      <p:ext uri="{BB962C8B-B14F-4D97-AF65-F5344CB8AC3E}">
        <p14:creationId xmlns:p14="http://schemas.microsoft.com/office/powerpoint/2010/main" val="181082486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676110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semestre en chiffres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68680" y="1691640"/>
            <a:ext cx="594360" cy="5943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tic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57" y="1852117"/>
            <a:ext cx="273405" cy="2734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28600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90088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articles publiés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+12 en cours de rédaction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663440" y="1691640"/>
            <a:ext cx="594360" cy="5943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edi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917" y="1852117"/>
            <a:ext cx="273405" cy="27340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63440" y="228600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90088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posts LinkedIn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+5 en préparation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417320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458200" y="1691640"/>
            <a:ext cx="594360" cy="5943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ven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677" y="1852117"/>
            <a:ext cx="273405" cy="2734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58200" y="228600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E07B00"/>
                </a:solidFill>
                <a:latin typeface="Segoe UI Black"/>
              </a:rPr>
              <a:t>XXX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990088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participants IS Celebration 2026</a:t>
            </a:r>
          </a:p>
          <a:p>
            <a:pPr algn="l"/>
            <a:r>
              <a:rPr sz="1100" b="0" i="1">
                <a:solidFill>
                  <a:srgbClr val="E07B00"/>
                </a:solidFill>
              </a:rPr>
              <a:t>chiffre à compléter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94759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68680" y="4069079"/>
            <a:ext cx="594360" cy="5943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hu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157" y="4229557"/>
            <a:ext cx="273405" cy="27340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" y="466344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67527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demandes traitées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via le Hub de la Comm' DSI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794759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4663440" y="4069079"/>
            <a:ext cx="594360" cy="5943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eminar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3917" y="4229557"/>
            <a:ext cx="273405" cy="2734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663440" y="466344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15+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367527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séminaires accompagnés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divisions, managers, direction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794759"/>
            <a:ext cx="3520440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458200" y="4069079"/>
            <a:ext cx="594360" cy="5943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recrui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8677" y="4229557"/>
            <a:ext cx="273405" cy="27340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458200" y="4663440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0" i="0">
                <a:solidFill>
                  <a:srgbClr val="112753"/>
                </a:solidFill>
                <a:latin typeface="Segoe UI Black"/>
              </a:rPr>
              <a:t>220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367527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recrutements portés</a:t>
            </a:r>
          </a:p>
          <a:p>
            <a:pPr algn="l"/>
            <a:r>
              <a:rPr sz="1100" b="0" i="0">
                <a:solidFill>
                  <a:srgbClr val="7D7B8D"/>
                </a:solidFill>
              </a:rPr>
              <a:t>campagne LinkedIn « La DSI recrute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Contenus éditoriaux : la DSI se raconte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66160" cy="4480560"/>
          </a:xfrm>
          <a:prstGeom prst="roundRect">
            <a:avLst>
              <a:gd name="adj" fmla="val 4923"/>
            </a:avLst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14400" y="1783080"/>
            <a:ext cx="685800" cy="68580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tic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566" y="1968245"/>
            <a:ext cx="315468" cy="3154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265176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8000" b="0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articles publiés au S1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709160"/>
            <a:ext cx="2834640" cy="777240"/>
          </a:xfrm>
          <a:prstGeom prst="roundRect">
            <a:avLst>
              <a:gd name="adj" fmla="val 12000"/>
            </a:avLst>
          </a:prstGeom>
          <a:solidFill>
            <a:srgbClr val="014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4709160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 Black"/>
              </a:rPr>
              <a:t>+12 </a:t>
            </a:r>
            <a:r>
              <a:rPr sz="1300" b="0" i="0">
                <a:solidFill>
                  <a:srgbClr val="DCE8F5"/>
                </a:solidFill>
              </a:rPr>
              <a:t>articles en cours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417320"/>
            <a:ext cx="7205472" cy="914400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4663440" y="16002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72" y="1748332"/>
            <a:ext cx="252374" cy="25237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40679" y="157276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Internalisation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79" y="19202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Article sur l'internalisation à la DSI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25712" y="170078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25712" y="170078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14491"/>
                </a:solidFill>
              </a:rPr>
              <a:t>Article Insite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2606040"/>
            <a:ext cx="7205472" cy="914400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663440" y="278892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c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572" y="2937052"/>
            <a:ext cx="252374" cy="2523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440679" y="27614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Mohamed Chérif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79" y="31089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PLM · MES · CNUM, interview Insite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25712" y="288950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25712" y="288950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14491"/>
                </a:solidFill>
              </a:rPr>
              <a:t>Portrait métier · février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34840" y="3794760"/>
            <a:ext cx="7205472" cy="914400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663440" y="397764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tar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1572" y="4125772"/>
            <a:ext cx="252374" cy="25237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40679" y="39502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François Moraine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79" y="4297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Format 3 questions, Insite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25712" y="407822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25712" y="407822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14491"/>
                </a:solidFill>
              </a:rPr>
              <a:t>Portrait métier · mai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4983480"/>
            <a:ext cx="7205472" cy="914400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663440" y="51663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pen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1572" y="5314492"/>
            <a:ext cx="252374" cy="25237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440679" y="513892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Kévin Guignan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54864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PLM · MES · CNUM, interview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25712" y="5266944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25712" y="526694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14491"/>
                </a:solidFill>
              </a:rPr>
              <a:t>Actu métier Insite DSI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LinkedIn : une DSI plus visible à l'externe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017520" cy="4480560"/>
          </a:xfrm>
          <a:prstGeom prst="roundRect">
            <a:avLst>
              <a:gd name="adj" fmla="val 5818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914400" y="1783080"/>
            <a:ext cx="685800" cy="685800"/>
          </a:xfrm>
          <a:prstGeom prst="ellipse">
            <a:avLst/>
          </a:prstGeom>
          <a:solidFill>
            <a:srgbClr val="014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nked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566" y="1968245"/>
            <a:ext cx="315468" cy="3154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265176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8000" b="0" i="0">
                <a:solidFill>
                  <a:srgbClr val="112753"/>
                </a:solidFill>
                <a:latin typeface="Segoe UI Black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12753"/>
                </a:solidFill>
              </a:rPr>
              <a:t>posts publiés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0916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B87CC"/>
                </a:solidFill>
                <a:latin typeface="Segoe UI Black"/>
              </a:rPr>
              <a:t>+5 </a:t>
            </a:r>
            <a:r>
              <a:rPr sz="1300" b="0" i="0">
                <a:solidFill>
                  <a:srgbClr val="474E67"/>
                </a:solidFill>
              </a:rPr>
              <a:t>posts en préparation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0" y="1417320"/>
            <a:ext cx="7799831" cy="2103120"/>
          </a:xfrm>
          <a:prstGeom prst="roundRect">
            <a:avLst>
              <a:gd name="adj" fmla="val 8347"/>
            </a:avLst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206240" y="17373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206240" y="1737360"/>
            <a:ext cx="17373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DERNIER PARTAGE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24028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Sinan &amp; Manel à l'honneur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DCE8F5"/>
                </a:solidFill>
              </a:rPr>
              <a:t>Publié le 15 octobre sur le compte officiel Safran Propulsion : deux talents de la DSI mis en lumière</a:t>
            </a:r>
          </a:p>
        </p:txBody>
      </p:sp>
      <p:sp>
        <p:nvSpPr>
          <p:cNvPr id="17" name="Oval 16"/>
          <p:cNvSpPr/>
          <p:nvPr/>
        </p:nvSpPr>
        <p:spPr>
          <a:xfrm>
            <a:off x="10222992" y="1828800"/>
            <a:ext cx="1051560" cy="1051560"/>
          </a:xfrm>
          <a:prstGeom prst="ellipse">
            <a:avLst/>
          </a:prstGeom>
          <a:solidFill>
            <a:srgbClr val="014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913" y="2112721"/>
            <a:ext cx="483717" cy="483717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840480" y="3794760"/>
            <a:ext cx="2417064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114800" y="4069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hield_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2932" y="4217212"/>
            <a:ext cx="252374" cy="25237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4800" y="4800600"/>
            <a:ext cx="19598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Cyber Mois SAE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166360"/>
            <a:ext cx="195986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Sensibilisation cyber sur les sites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1863" y="3794760"/>
            <a:ext cx="2417064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6806183" y="4069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event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4316" y="4217212"/>
            <a:ext cx="252374" cy="25237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06183" y="4800600"/>
            <a:ext cx="19598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IS Celebration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6183" y="5166360"/>
            <a:ext cx="195986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Retour sur la plénière DSI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23248" y="3794760"/>
            <a:ext cx="2417064" cy="2103120"/>
          </a:xfrm>
          <a:prstGeom prst="roundRect">
            <a:avLst>
              <a:gd name="adj" fmla="val 8347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497568" y="40690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mic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5700" y="4217212"/>
            <a:ext cx="252374" cy="25237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497568" y="4800600"/>
            <a:ext cx="195986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Jean-Yves Faurois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7568" y="5166360"/>
            <a:ext cx="195986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Post publié au S1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 Celebration 2026 : le rendez-vous du collectif DSI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4344" cy="2743200"/>
          </a:xfrm>
          <a:prstGeom prst="roundRect">
            <a:avLst>
              <a:gd name="adj" fmla="val 6400"/>
            </a:avLst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940052" y="1691640"/>
            <a:ext cx="731520" cy="73152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mina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562" y="1889150"/>
            <a:ext cx="336499" cy="3364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2514600"/>
            <a:ext cx="3148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Black"/>
              </a:rPr>
              <a:t>XXX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3148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participants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67328"/>
            <a:ext cx="3148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B85C"/>
                </a:solidFill>
              </a:rPr>
              <a:t>chiffre à compléter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7304" y="1417320"/>
            <a:ext cx="3514344" cy="2743200"/>
          </a:xfrm>
          <a:prstGeom prst="roundRect">
            <a:avLst>
              <a:gd name="adj" fmla="val 6400"/>
            </a:avLst>
          </a:prstGeom>
          <a:solidFill>
            <a:srgbClr val="014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5728716" y="1691640"/>
            <a:ext cx="731520" cy="73152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il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226" y="1889150"/>
            <a:ext cx="336499" cy="3364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20184" y="2514600"/>
            <a:ext cx="3148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Black"/>
              </a:rPr>
              <a:t>XX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0184" y="3429000"/>
            <a:ext cx="3148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de satisfaction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0184" y="3767328"/>
            <a:ext cx="3148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FFB85C"/>
                </a:solidFill>
              </a:rPr>
              <a:t>chiffre à compléter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5968" y="1417320"/>
            <a:ext cx="3514344" cy="2743200"/>
          </a:xfrm>
          <a:prstGeom prst="roundRect">
            <a:avLst>
              <a:gd name="adj" fmla="val 64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517380" y="1691640"/>
            <a:ext cx="731520" cy="73152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4890" y="1889150"/>
            <a:ext cx="336499" cy="336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08847" y="2514600"/>
            <a:ext cx="314858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400" b="0" i="0">
                <a:solidFill>
                  <a:srgbClr val="112753"/>
                </a:solidFill>
                <a:latin typeface="Segoe UI Black"/>
              </a:rPr>
              <a:t>9/10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8847" y="3429000"/>
            <a:ext cx="31485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112753"/>
                </a:solidFill>
              </a:rPr>
              <a:t>satisfaction 2025, notre référence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526280"/>
            <a:ext cx="548640" cy="548640"/>
          </a:xfrm>
          <a:prstGeom prst="ellipse">
            <a:avLst/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calendar_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772" y="4674412"/>
            <a:ext cx="252374" cy="25237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80160" y="4498848"/>
            <a:ext cx="27371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Une plénière pour toute la DSI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846320"/>
            <a:ext cx="273710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Préparée et orchestrée par la comm' DSI</a:t>
            </a:r>
          </a:p>
        </p:txBody>
      </p:sp>
      <p:sp>
        <p:nvSpPr>
          <p:cNvPr id="27" name="Oval 26"/>
          <p:cNvSpPr/>
          <p:nvPr/>
        </p:nvSpPr>
        <p:spPr>
          <a:xfrm>
            <a:off x="4337304" y="4526280"/>
            <a:ext cx="548640" cy="548640"/>
          </a:xfrm>
          <a:prstGeom prst="ellipse">
            <a:avLst/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inkedin_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5436" y="4674412"/>
            <a:ext cx="252374" cy="25237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068824" y="4498848"/>
            <a:ext cx="27371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Relais LinkedIn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68824" y="4846320"/>
            <a:ext cx="273710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Post dédié pour prolonger l'événement à l'externe</a:t>
            </a:r>
          </a:p>
        </p:txBody>
      </p:sp>
      <p:sp>
        <p:nvSpPr>
          <p:cNvPr id="31" name="Oval 30"/>
          <p:cNvSpPr/>
          <p:nvPr/>
        </p:nvSpPr>
        <p:spPr>
          <a:xfrm>
            <a:off x="8125968" y="4526280"/>
            <a:ext cx="548640" cy="548640"/>
          </a:xfrm>
          <a:prstGeom prst="ellipse">
            <a:avLst/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hart_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4100" y="4674412"/>
            <a:ext cx="252374" cy="25237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857488" y="4498848"/>
            <a:ext cx="27371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Enquête de satisfaction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57488" y="4846320"/>
            <a:ext cx="273710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Diffusée aux participants pour mesurer l'impact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Animer le collectif et accompagner les équipes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22959" y="1746503"/>
            <a:ext cx="640080" cy="64008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ub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781" y="1919325"/>
            <a:ext cx="294436" cy="2944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1508760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508760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Hub de la Comm' DSI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Demandes des équipes captées, priorisées et livrées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1636" y="1417320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505955" y="1746503"/>
            <a:ext cx="640080" cy="64008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emina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77" y="1919325"/>
            <a:ext cx="294436" cy="2944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74636" y="1508760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15+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0555" y="1508760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Séminaires DSI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Divisions, managers, départements et direction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90088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22959" y="3319272"/>
            <a:ext cx="640080" cy="64008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ecrui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781" y="3492093"/>
            <a:ext cx="294436" cy="2944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91640" y="3081528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220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081528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« La DSI recrute »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Campagne LinkedIn au service des recrutements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1636" y="2990088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505955" y="3319272"/>
            <a:ext cx="640080" cy="64008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video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8777" y="3492093"/>
            <a:ext cx="294436" cy="2944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374636" y="3081528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4×/an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0555" y="3081528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Revue ITM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Organisation et animation sur Teams, en présentiel chaque trimestre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62856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22959" y="4892040"/>
            <a:ext cx="640080" cy="64008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parkl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781" y="5064861"/>
            <a:ext cx="294436" cy="2944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91640" y="4654296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112753"/>
                </a:solidFill>
                <a:latin typeface="Segoe UI Black"/>
              </a:rPr>
              <a:t>Fil d'actu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4654296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Vie de la DSI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Tips &amp; Tricks, posts Teams, nouveaux arrivants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1636" y="4562856"/>
            <a:ext cx="5408676" cy="1298448"/>
          </a:xfrm>
          <a:prstGeom prst="roundRect">
            <a:avLst>
              <a:gd name="adj" fmla="val 12000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505955" y="4892040"/>
            <a:ext cx="640080" cy="64008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hiel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8777" y="5064861"/>
            <a:ext cx="294436" cy="2944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374636" y="4654296"/>
            <a:ext cx="1600200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12753"/>
                </a:solidFill>
                <a:latin typeface="Segoe UI Black"/>
              </a:rPr>
              <a:t>Cyber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20555" y="4654296"/>
            <a:ext cx="2391156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12753"/>
                </a:solidFill>
              </a:rPr>
              <a:t>Campagne Cyber</a:t>
            </a:r>
          </a:p>
          <a:p>
            <a:pPr algn="l"/>
            <a:r>
              <a:rPr sz="1200" b="0" i="0">
                <a:solidFill>
                  <a:srgbClr val="7D7B8D"/>
                </a:solidFill>
              </a:rPr>
              <a:t>Événements sur les sites SAE pendant le Cyber Mois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 sur le S2 2026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2B4ADC-2F3D-9A7B-F4CB-9D3FBC2D1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5978" y="6343820"/>
            <a:ext cx="8944271" cy="172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66"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/>
              <a:t>Safran Aircraft Engines / DQPTD / DSI / Bilan Communication S1 2026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74A9EEF-92DB-2DF3-0B17-AD6912332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06CED3-8CB9-46B5-8F2C-40E2D9C67A9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6" name="Connector 5"/>
          <p:cNvCxnSpPr/>
          <p:nvPr/>
        </p:nvCxnSpPr>
        <p:spPr>
          <a:xfrm>
            <a:off x="1832229" y="1965960"/>
            <a:ext cx="8524494" cy="0"/>
          </a:xfrm>
          <a:prstGeom prst="line">
            <a:avLst/>
          </a:prstGeom>
          <a:ln w="38100">
            <a:solidFill>
              <a:srgbClr val="DCE8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420749" y="1554480"/>
            <a:ext cx="822960" cy="8229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lendar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948" y="1776679"/>
            <a:ext cx="378561" cy="3785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1325880"/>
            <a:ext cx="25671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7480"/>
            <a:ext cx="2567178" cy="1737360"/>
          </a:xfrm>
          <a:prstGeom prst="roundRect">
            <a:avLst>
              <a:gd name="adj" fmla="val 10105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10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87CC"/>
                </a:solidFill>
              </a:rPr>
              <a:t>SEPT.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210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Plénière DSI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11880"/>
            <a:ext cx="21099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Portraits vidéo Thomas Beaujard &amp; Romain Couderc</a:t>
            </a:r>
          </a:p>
        </p:txBody>
      </p:sp>
      <p:sp>
        <p:nvSpPr>
          <p:cNvPr id="14" name="Oval 13"/>
          <p:cNvSpPr/>
          <p:nvPr/>
        </p:nvSpPr>
        <p:spPr>
          <a:xfrm>
            <a:off x="4262247" y="1554480"/>
            <a:ext cx="822960" cy="8229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iel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4446" y="1776679"/>
            <a:ext cx="378561" cy="3785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0138" y="1325880"/>
            <a:ext cx="25671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90138" y="2697480"/>
            <a:ext cx="2567178" cy="1737360"/>
          </a:xfrm>
          <a:prstGeom prst="roundRect">
            <a:avLst>
              <a:gd name="adj" fmla="val 10105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18738" y="2880360"/>
            <a:ext cx="210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87CC"/>
                </a:solidFill>
              </a:rPr>
              <a:t>OCT.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8738" y="3200400"/>
            <a:ext cx="210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Cyber Mois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8738" y="3611880"/>
            <a:ext cx="21099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Campagne cyber sur les sites SAE</a:t>
            </a:r>
          </a:p>
        </p:txBody>
      </p:sp>
      <p:sp>
        <p:nvSpPr>
          <p:cNvPr id="21" name="Oval 20"/>
          <p:cNvSpPr/>
          <p:nvPr/>
        </p:nvSpPr>
        <p:spPr>
          <a:xfrm>
            <a:off x="7103745" y="1554480"/>
            <a:ext cx="822960" cy="822960"/>
          </a:xfrm>
          <a:prstGeom prst="ellipse">
            <a:avLst/>
          </a:prstGeom>
          <a:solidFill>
            <a:srgbClr val="112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video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5944" y="1776679"/>
            <a:ext cx="378561" cy="37856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31636" y="1325880"/>
            <a:ext cx="25671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697480"/>
            <a:ext cx="2567178" cy="1737360"/>
          </a:xfrm>
          <a:prstGeom prst="roundRect">
            <a:avLst>
              <a:gd name="adj" fmla="val 10105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60236" y="2880360"/>
            <a:ext cx="210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87CC"/>
                </a:solidFill>
              </a:rPr>
              <a:t>NOV.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0236" y="3200400"/>
            <a:ext cx="210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Portrait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0236" y="3611880"/>
            <a:ext cx="21099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Portrait vidéo Thomas Floure (Insite + LinkedIn)</a:t>
            </a:r>
          </a:p>
        </p:txBody>
      </p:sp>
      <p:sp>
        <p:nvSpPr>
          <p:cNvPr id="28" name="Oval 27"/>
          <p:cNvSpPr/>
          <p:nvPr/>
        </p:nvSpPr>
        <p:spPr>
          <a:xfrm>
            <a:off x="9945243" y="1554480"/>
            <a:ext cx="822960" cy="822960"/>
          </a:xfrm>
          <a:prstGeom prst="ellipse">
            <a:avLst/>
          </a:prstGeom>
          <a:solidFill>
            <a:srgbClr val="3B87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en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7442" y="1776679"/>
            <a:ext cx="378561" cy="37856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073134" y="1325880"/>
            <a:ext cx="256717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73134" y="2697480"/>
            <a:ext cx="2567178" cy="1737360"/>
          </a:xfrm>
          <a:prstGeom prst="roundRect">
            <a:avLst>
              <a:gd name="adj" fmla="val 10105"/>
            </a:avLst>
          </a:prstGeom>
          <a:solidFill>
            <a:srgbClr val="EF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301734" y="2880360"/>
            <a:ext cx="210997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3B87CC"/>
                </a:solidFill>
              </a:rPr>
              <a:t>DÉC.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01734" y="3200400"/>
            <a:ext cx="21099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12753"/>
                </a:solidFill>
              </a:rPr>
              <a:t>Vœux 2027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01734" y="3611880"/>
            <a:ext cx="210997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7D7B8D"/>
                </a:solidFill>
              </a:rPr>
              <a:t>Vidéo de vœux de François Moraine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2753"/>
                </a:solidFill>
              </a:rPr>
              <a:t>En parallèle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166360"/>
            <a:ext cx="122529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5166360"/>
            <a:ext cx="1225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Agile Day 26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11095" y="5166360"/>
            <a:ext cx="13030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911095" y="5166360"/>
            <a:ext cx="13030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AWS Summit 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51276" y="5166360"/>
            <a:ext cx="23134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351276" y="5166360"/>
            <a:ext cx="23134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Upgrade du Hub de la Comm'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01868" y="5166360"/>
            <a:ext cx="24688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801868" y="51663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Nouveaux templates mails DSI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07908" y="5166360"/>
            <a:ext cx="277977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407908" y="5166360"/>
            <a:ext cx="27797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Enquête de satisfaction Comm DSI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623560"/>
            <a:ext cx="1380744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48640" y="5623560"/>
            <a:ext cx="13807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14491"/>
                </a:solidFill>
              </a:rPr>
              <a:t>Welcome Day RH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PORATE">
  <a:themeElements>
    <a:clrScheme name="Personnalisé 35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3B87CC"/>
      </a:accent1>
      <a:accent2>
        <a:srgbClr val="112753"/>
      </a:accent2>
      <a:accent3>
        <a:srgbClr val="EFF1F6"/>
      </a:accent3>
      <a:accent4>
        <a:srgbClr val="112753"/>
      </a:accent4>
      <a:accent5>
        <a:srgbClr val="3B87CC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1_CORPORATE">
  <a:themeElements>
    <a:clrScheme name="safran template pink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EB3986"/>
      </a:accent1>
      <a:accent2>
        <a:srgbClr val="C31E4B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2_CORPORATE">
  <a:themeElements>
    <a:clrScheme name="Safran template orange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FFB600"/>
      </a:accent1>
      <a:accent2>
        <a:srgbClr val="FF7800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3_CORPORATE">
  <a:themeElements>
    <a:clrScheme name="Personnalisé 40">
      <a:dk1>
        <a:srgbClr val="070E1D"/>
      </a:dk1>
      <a:lt1>
        <a:srgbClr val="FFFFFF"/>
      </a:lt1>
      <a:dk2>
        <a:srgbClr val="474E67"/>
      </a:dk2>
      <a:lt2>
        <a:srgbClr val="7D7B8D"/>
      </a:lt2>
      <a:accent1>
        <a:srgbClr val="2CC84D"/>
      </a:accent1>
      <a:accent2>
        <a:srgbClr val="00491E"/>
      </a:accent2>
      <a:accent3>
        <a:srgbClr val="EFF1F6"/>
      </a:accent3>
      <a:accent4>
        <a:srgbClr val="112753"/>
      </a:accent4>
      <a:accent5>
        <a:srgbClr val="112753"/>
      </a:accent5>
      <a:accent6>
        <a:srgbClr val="014491"/>
      </a:accent6>
      <a:hlink>
        <a:srgbClr val="1265A2"/>
      </a:hlink>
      <a:folHlink>
        <a:srgbClr val="452BA2"/>
      </a:folHlink>
    </a:clrScheme>
    <a:fontScheme name="Personnalisé 1">
      <a:majorFont>
        <a:latin typeface="Segoe UI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313bc11-6f8c-4f67-add1-145b6523d542">
      <Terms xmlns="http://schemas.microsoft.com/office/infopath/2007/PartnerControls"/>
    </lcf76f155ced4ddcb4097134ff3c332f>
    <TaxCatchAll xmlns="38bac274-95f6-49e8-bdcf-c9ab26ea976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C0FDA3DFAC949BA02DF9796B1D7B8" ma:contentTypeVersion="15" ma:contentTypeDescription="Create a new document." ma:contentTypeScope="" ma:versionID="6fcb6d0834b01510f8bce4c493bbd7d3">
  <xsd:schema xmlns:xsd="http://www.w3.org/2001/XMLSchema" xmlns:xs="http://www.w3.org/2001/XMLSchema" xmlns:p="http://schemas.microsoft.com/office/2006/metadata/properties" xmlns:ns2="1313bc11-6f8c-4f67-add1-145b6523d542" xmlns:ns3="38bac274-95f6-49e8-bdcf-c9ab26ea9761" targetNamespace="http://schemas.microsoft.com/office/2006/metadata/properties" ma:root="true" ma:fieldsID="0bfe28a7a1078ea4f6cab6fb60a3102d" ns2:_="" ns3:_="">
    <xsd:import namespace="1313bc11-6f8c-4f67-add1-145b6523d542"/>
    <xsd:import namespace="38bac274-95f6-49e8-bdcf-c9ab26ea97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13bc11-6f8c-4f67-add1-145b6523d54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247f590e-ebc3-472e-9088-f38ef52e46f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bac274-95f6-49e8-bdcf-c9ab26ea9761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5f12c34-b887-4686-8e0f-21a397d7d89d}" ma:internalName="TaxCatchAll" ma:showField="CatchAllData" ma:web="38bac274-95f6-49e8-bdcf-c9ab26ea97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8DF4F17-287D-4DEF-844C-846BF4C74130}">
  <ds:schemaRefs>
    <ds:schemaRef ds:uri="1313bc11-6f8c-4f67-add1-145b6523d542"/>
    <ds:schemaRef ds:uri="38bac274-95f6-49e8-bdcf-c9ab26ea9761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CB94D874-BDB4-4582-A35E-982B89964E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4C751E6-2947-442F-BA0C-2F037FE6C1A5}">
  <ds:schemaRefs>
    <ds:schemaRef ds:uri="1313bc11-6f8c-4f67-add1-145b6523d542"/>
    <ds:schemaRef ds:uri="38bac274-95f6-49e8-bdcf-c9ab26ea976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8</Slides>
  <Notes>0</Notes>
  <HiddenSlides>0</HiddenSlide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CORPORATE</vt:lpstr>
      <vt:lpstr>1_CORPORATE</vt:lpstr>
      <vt:lpstr>2_CORPORATE</vt:lpstr>
      <vt:lpstr>3_CORPORATE</vt:lpstr>
      <vt:lpstr>Title of the presentation</vt:lpstr>
      <vt:lpstr>PRÉSENTATION RISQUE &amp; PA ACTUELLE</vt:lpstr>
      <vt:lpstr>PRÉSENTATION RISQUE &amp; PA – EXTRACT RITO2 </vt:lpstr>
      <vt:lpstr>PRÉSENTATION RISQUE &amp; PA </vt:lpstr>
      <vt:lpstr>PRÉSENTATION RISQUE &amp; PA </vt:lpstr>
      <vt:lpstr>KPI </vt:lpstr>
      <vt:lpstr>Pour &amp; contre du nouveau PPT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 boite à slides Prod</dc:creator>
  <cp:revision>17</cp:revision>
  <dcterms:created xsi:type="dcterms:W3CDTF">2024-10-25T07:58:02Z</dcterms:created>
  <dcterms:modified xsi:type="dcterms:W3CDTF">2025-07-15T15:29:43Z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0x010100E6AC0FDA3DFAC949BA02DF9796B1D7B8</vt:lpwstr>
  </property>
  <property fmtid="{D5CDD505-2E9C-101B-9397-08002B2CF9AE}" pid="3" name="MSIP_Label_024ffcea-f25b-491e-9dc9-834516f3550e_Enabled">
    <vt:lpwstr>true</vt:lpwstr>
  </property>
  <property fmtid="{D5CDD505-2E9C-101B-9397-08002B2CF9AE}" pid="4" name="MSIP_Label_024ffcea-f25b-491e-9dc9-834516f3550e_SetDate">
    <vt:lpwstr>2025-01-20T13:11:24Z</vt:lpwstr>
  </property>
  <property fmtid="{D5CDD505-2E9C-101B-9397-08002B2CF9AE}" pid="5" name="MSIP_Label_024ffcea-f25b-491e-9dc9-834516f3550e_Method">
    <vt:lpwstr>Standard</vt:lpwstr>
  </property>
  <property fmtid="{D5CDD505-2E9C-101B-9397-08002B2CF9AE}" pid="6" name="MSIP_Label_024ffcea-f25b-491e-9dc9-834516f3550e_Name">
    <vt:lpwstr>C2 - restricted</vt:lpwstr>
  </property>
  <property fmtid="{D5CDD505-2E9C-101B-9397-08002B2CF9AE}" pid="7" name="MSIP_Label_024ffcea-f25b-491e-9dc9-834516f3550e_SiteId">
    <vt:lpwstr>d52b49b7-0c8f-4d89-8c4f-f20517306e08</vt:lpwstr>
  </property>
  <property fmtid="{D5CDD505-2E9C-101B-9397-08002B2CF9AE}" pid="8" name="MSIP_Label_024ffcea-f25b-491e-9dc9-834516f3550e_ActionId">
    <vt:lpwstr>762d776a-3a6f-40a7-bbf5-5295af5e2c12</vt:lpwstr>
  </property>
  <property fmtid="{D5CDD505-2E9C-101B-9397-08002B2CF9AE}" pid="9" name="MSIP_Label_024ffcea-f25b-491e-9dc9-834516f3550e_ContentBits">
    <vt:lpwstr>1</vt:lpwstr>
  </property>
  <property fmtid="{D5CDD505-2E9C-101B-9397-08002B2CF9AE}" pid="10" name="MSIP_Label_024ffcea-f25b-491e-9dc9-834516f3550e_Tag">
    <vt:lpwstr>10, 3, 0, 2</vt:lpwstr>
  </property>
  <property fmtid="{D5CDD505-2E9C-101B-9397-08002B2CF9AE}" pid="11" name="ClassificationContentMarkingHeaderLocations">
    <vt:lpwstr>CORPORATE:6\1_CORPORATE:6\2_CORPORATE:6\3_CORPORATE:6</vt:lpwstr>
  </property>
  <property fmtid="{D5CDD505-2E9C-101B-9397-08002B2CF9AE}" pid="12" name="ClassificationContentMarkingHeaderText">
    <vt:lpwstr>C2 - Confidential</vt:lpwstr>
  </property>
  <property fmtid="{D5CDD505-2E9C-101B-9397-08002B2CF9AE}" pid="13" name="MediaServiceImageTags">
    <vt:lpwstr/>
  </property>
</Properties>
</file>